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1219" r:id="rId2"/>
    <p:sldId id="372" r:id="rId3"/>
    <p:sldId id="559" r:id="rId4"/>
    <p:sldId id="315" r:id="rId5"/>
    <p:sldId id="562" r:id="rId6"/>
    <p:sldId id="563" r:id="rId7"/>
    <p:sldId id="564" r:id="rId8"/>
    <p:sldId id="565" r:id="rId9"/>
    <p:sldId id="394" r:id="rId10"/>
    <p:sldId id="566" r:id="rId11"/>
    <p:sldId id="567" r:id="rId12"/>
    <p:sldId id="568" r:id="rId13"/>
    <p:sldId id="569" r:id="rId14"/>
    <p:sldId id="1254" r:id="rId15"/>
    <p:sldId id="1255" r:id="rId16"/>
    <p:sldId id="570" r:id="rId17"/>
    <p:sldId id="571" r:id="rId18"/>
    <p:sldId id="572" r:id="rId19"/>
    <p:sldId id="343" r:id="rId20"/>
    <p:sldId id="342" r:id="rId21"/>
    <p:sldId id="344" r:id="rId22"/>
    <p:sldId id="573" r:id="rId23"/>
    <p:sldId id="574" r:id="rId24"/>
    <p:sldId id="575" r:id="rId25"/>
    <p:sldId id="576" r:id="rId26"/>
    <p:sldId id="577" r:id="rId27"/>
    <p:sldId id="578" r:id="rId28"/>
    <p:sldId id="579" r:id="rId29"/>
    <p:sldId id="580" r:id="rId30"/>
    <p:sldId id="581" r:id="rId31"/>
    <p:sldId id="582" r:id="rId32"/>
    <p:sldId id="1221" r:id="rId33"/>
    <p:sldId id="1222" r:id="rId34"/>
    <p:sldId id="1223" r:id="rId35"/>
    <p:sldId id="1224" r:id="rId36"/>
    <p:sldId id="1225" r:id="rId37"/>
    <p:sldId id="1226" r:id="rId38"/>
    <p:sldId id="1227" r:id="rId39"/>
    <p:sldId id="125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5033" autoAdjust="0"/>
  </p:normalViewPr>
  <p:slideViewPr>
    <p:cSldViewPr snapToGrid="0">
      <p:cViewPr varScale="1">
        <p:scale>
          <a:sx n="56" d="100"/>
          <a:sy n="56" d="100"/>
        </p:scale>
        <p:origin x="965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226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F413EF-B69A-44AD-BEF5-269A53317A58}" type="doc">
      <dgm:prSet loTypeId="urn:microsoft.com/office/officeart/2005/8/layout/orgChart1" loCatId="hierarchy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72C598DC-11CA-438A-B8B6-E60E37C35F7E}">
      <dgm:prSet phldrT="[Text]" custT="1"/>
      <dgm:spPr/>
      <dgm:t>
        <a:bodyPr/>
        <a:lstStyle/>
        <a:p>
          <a:r>
            <a:rPr lang="en-US" sz="1800" dirty="0"/>
            <a:t>Types of condition statements</a:t>
          </a:r>
          <a:endParaRPr lang="en-IN" sz="1800" dirty="0"/>
        </a:p>
      </dgm:t>
    </dgm:pt>
    <dgm:pt modelId="{A957853F-88FE-4066-A418-8B15330AFBB0}" type="parTrans" cxnId="{2B5133C3-A1DF-422F-B18D-4ACEB21E0AA6}">
      <dgm:prSet/>
      <dgm:spPr/>
      <dgm:t>
        <a:bodyPr/>
        <a:lstStyle/>
        <a:p>
          <a:endParaRPr lang="en-IN" sz="1800"/>
        </a:p>
      </dgm:t>
    </dgm:pt>
    <dgm:pt modelId="{A2F703D2-5124-4271-8D73-94078BD159FD}" type="sibTrans" cxnId="{2B5133C3-A1DF-422F-B18D-4ACEB21E0AA6}">
      <dgm:prSet/>
      <dgm:spPr/>
      <dgm:t>
        <a:bodyPr/>
        <a:lstStyle/>
        <a:p>
          <a:endParaRPr lang="en-IN" sz="1800"/>
        </a:p>
      </dgm:t>
    </dgm:pt>
    <dgm:pt modelId="{852EB062-95AF-44B1-8093-C35C61E9F4BE}">
      <dgm:prSet phldrT="[Text]" custT="1"/>
      <dgm:spPr/>
      <dgm:t>
        <a:bodyPr/>
        <a:lstStyle/>
        <a:p>
          <a:r>
            <a:rPr lang="en-US" sz="1800" dirty="0"/>
            <a:t>2. </a:t>
          </a:r>
          <a:r>
            <a:rPr lang="en-IN" sz="1800" b="0" i="0" dirty="0"/>
            <a:t>Ternary operator</a:t>
          </a:r>
          <a:endParaRPr lang="en-IN" sz="1800" dirty="0"/>
        </a:p>
      </dgm:t>
    </dgm:pt>
    <dgm:pt modelId="{D418D308-C1FB-434F-8477-0F4A97733C18}" type="parTrans" cxnId="{77108F6F-B731-45E4-BB81-F7E18A064AFD}">
      <dgm:prSet/>
      <dgm:spPr/>
      <dgm:t>
        <a:bodyPr/>
        <a:lstStyle/>
        <a:p>
          <a:endParaRPr lang="en-IN" sz="1800"/>
        </a:p>
      </dgm:t>
    </dgm:pt>
    <dgm:pt modelId="{DE60AC3D-5475-4E2F-A14F-8970FB717E2A}" type="sibTrans" cxnId="{77108F6F-B731-45E4-BB81-F7E18A064AFD}">
      <dgm:prSet/>
      <dgm:spPr/>
      <dgm:t>
        <a:bodyPr/>
        <a:lstStyle/>
        <a:p>
          <a:endParaRPr lang="en-IN" sz="1800"/>
        </a:p>
      </dgm:t>
    </dgm:pt>
    <dgm:pt modelId="{AF662FD4-FA71-4CB5-84FB-820DF3B080A2}">
      <dgm:prSet custT="1"/>
      <dgm:spPr/>
      <dgm:t>
        <a:bodyPr/>
        <a:lstStyle/>
        <a:p>
          <a:r>
            <a:rPr lang="en-IN" sz="1800" dirty="0"/>
            <a:t>1. If/ else statements</a:t>
          </a:r>
        </a:p>
      </dgm:t>
    </dgm:pt>
    <dgm:pt modelId="{06C898ED-5DF1-4221-975C-2C5738B9A519}" type="parTrans" cxnId="{1A00F6D1-90BE-4340-A4AA-CDE4FEAD4BB8}">
      <dgm:prSet/>
      <dgm:spPr/>
      <dgm:t>
        <a:bodyPr/>
        <a:lstStyle/>
        <a:p>
          <a:endParaRPr lang="en-IN" sz="1800"/>
        </a:p>
      </dgm:t>
    </dgm:pt>
    <dgm:pt modelId="{5B7CD409-6AB9-4C4C-BD71-3020FE8CD7F9}" type="sibTrans" cxnId="{1A00F6D1-90BE-4340-A4AA-CDE4FEAD4BB8}">
      <dgm:prSet/>
      <dgm:spPr/>
      <dgm:t>
        <a:bodyPr/>
        <a:lstStyle/>
        <a:p>
          <a:endParaRPr lang="en-IN" sz="1800"/>
        </a:p>
      </dgm:t>
    </dgm:pt>
    <dgm:pt modelId="{8D27A7C2-788A-41CB-9983-EC5C4181AD4E}">
      <dgm:prSet custT="1"/>
      <dgm:spPr/>
      <dgm:t>
        <a:bodyPr/>
        <a:lstStyle/>
        <a:p>
          <a:r>
            <a:rPr lang="en-US" sz="1800" dirty="0"/>
            <a:t>3. Switch statement</a:t>
          </a:r>
          <a:endParaRPr lang="en-IN" sz="1800" dirty="0"/>
        </a:p>
      </dgm:t>
    </dgm:pt>
    <dgm:pt modelId="{CE65536E-7001-4962-B5BA-787379DE4686}" type="parTrans" cxnId="{811C3908-9371-4D4B-83F4-596E8E96AEFB}">
      <dgm:prSet/>
      <dgm:spPr/>
      <dgm:t>
        <a:bodyPr/>
        <a:lstStyle/>
        <a:p>
          <a:endParaRPr lang="en-IN"/>
        </a:p>
      </dgm:t>
    </dgm:pt>
    <dgm:pt modelId="{5A4A2B19-810D-4B60-A79C-85DD15D7CCBB}" type="sibTrans" cxnId="{811C3908-9371-4D4B-83F4-596E8E96AEFB}">
      <dgm:prSet/>
      <dgm:spPr/>
      <dgm:t>
        <a:bodyPr/>
        <a:lstStyle/>
        <a:p>
          <a:endParaRPr lang="en-IN"/>
        </a:p>
      </dgm:t>
    </dgm:pt>
    <dgm:pt modelId="{E86CCAE2-5264-4B67-AD93-AE6E6895295F}" type="pres">
      <dgm:prSet presAssocID="{E8F413EF-B69A-44AD-BEF5-269A53317A5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EE27C8E-69E0-4B59-8797-A76B62065AAD}" type="pres">
      <dgm:prSet presAssocID="{72C598DC-11CA-438A-B8B6-E60E37C35F7E}" presName="hierRoot1" presStyleCnt="0">
        <dgm:presLayoutVars>
          <dgm:hierBranch val="init"/>
        </dgm:presLayoutVars>
      </dgm:prSet>
      <dgm:spPr/>
    </dgm:pt>
    <dgm:pt modelId="{4C91CE26-89C5-4E0A-8B2A-DA9F4EE649FE}" type="pres">
      <dgm:prSet presAssocID="{72C598DC-11CA-438A-B8B6-E60E37C35F7E}" presName="rootComposite1" presStyleCnt="0"/>
      <dgm:spPr/>
    </dgm:pt>
    <dgm:pt modelId="{FCD2D1F1-4909-4F27-9591-DCD2B0BFC988}" type="pres">
      <dgm:prSet presAssocID="{72C598DC-11CA-438A-B8B6-E60E37C35F7E}" presName="rootText1" presStyleLbl="node0" presStyleIdx="0" presStyleCnt="1" custScaleX="230881" custScaleY="39678" custLinFactNeighborY="4035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DD24D433-C61D-4344-86B4-B863995D0A0B}" type="pres">
      <dgm:prSet presAssocID="{72C598DC-11CA-438A-B8B6-E60E37C35F7E}" presName="rootConnector1" presStyleLbl="node1" presStyleIdx="0" presStyleCnt="0"/>
      <dgm:spPr/>
    </dgm:pt>
    <dgm:pt modelId="{933E44C4-E2E3-405D-A4D3-247BA52F4D45}" type="pres">
      <dgm:prSet presAssocID="{72C598DC-11CA-438A-B8B6-E60E37C35F7E}" presName="hierChild2" presStyleCnt="0"/>
      <dgm:spPr/>
    </dgm:pt>
    <dgm:pt modelId="{AA5AC527-DE4C-4829-9E68-252499F14E37}" type="pres">
      <dgm:prSet presAssocID="{06C898ED-5DF1-4221-975C-2C5738B9A519}" presName="Name37" presStyleLbl="parChTrans1D2" presStyleIdx="0" presStyleCnt="3"/>
      <dgm:spPr/>
    </dgm:pt>
    <dgm:pt modelId="{B40C6361-A961-4525-8FAD-C7D2562AE059}" type="pres">
      <dgm:prSet presAssocID="{AF662FD4-FA71-4CB5-84FB-820DF3B080A2}" presName="hierRoot2" presStyleCnt="0">
        <dgm:presLayoutVars>
          <dgm:hierBranch val="init"/>
        </dgm:presLayoutVars>
      </dgm:prSet>
      <dgm:spPr/>
    </dgm:pt>
    <dgm:pt modelId="{F709DD60-FF2F-4F8C-8F36-F5E073C6E6C6}" type="pres">
      <dgm:prSet presAssocID="{AF662FD4-FA71-4CB5-84FB-820DF3B080A2}" presName="rootComposite" presStyleCnt="0"/>
      <dgm:spPr/>
    </dgm:pt>
    <dgm:pt modelId="{6FFC54F3-9402-463F-97DF-67251DD0B1F5}" type="pres">
      <dgm:prSet presAssocID="{AF662FD4-FA71-4CB5-84FB-820DF3B080A2}" presName="rootText" presStyleLbl="node2" presStyleIdx="0" presStyleCnt="3" custScaleX="128770" custScaleY="39678" custLinFactNeighborX="-42" custLinFactNeighborY="-4024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03BF8589-F795-4BF4-9125-C9AE4C4D4BDF}" type="pres">
      <dgm:prSet presAssocID="{AF662FD4-FA71-4CB5-84FB-820DF3B080A2}" presName="rootConnector" presStyleLbl="node2" presStyleIdx="0" presStyleCnt="3"/>
      <dgm:spPr/>
    </dgm:pt>
    <dgm:pt modelId="{80462B44-921B-40EF-9A32-9CCD11AB32BA}" type="pres">
      <dgm:prSet presAssocID="{AF662FD4-FA71-4CB5-84FB-820DF3B080A2}" presName="hierChild4" presStyleCnt="0"/>
      <dgm:spPr/>
    </dgm:pt>
    <dgm:pt modelId="{DF9BFA12-1BA6-45B5-B691-858D6B001665}" type="pres">
      <dgm:prSet presAssocID="{AF662FD4-FA71-4CB5-84FB-820DF3B080A2}" presName="hierChild5" presStyleCnt="0"/>
      <dgm:spPr/>
    </dgm:pt>
    <dgm:pt modelId="{4832985A-2B98-498B-A902-32A404481411}" type="pres">
      <dgm:prSet presAssocID="{D418D308-C1FB-434F-8477-0F4A97733C18}" presName="Name37" presStyleLbl="parChTrans1D2" presStyleIdx="1" presStyleCnt="3"/>
      <dgm:spPr/>
    </dgm:pt>
    <dgm:pt modelId="{DAE659E4-6FF1-42BD-8A33-1D9789154E5F}" type="pres">
      <dgm:prSet presAssocID="{852EB062-95AF-44B1-8093-C35C61E9F4BE}" presName="hierRoot2" presStyleCnt="0">
        <dgm:presLayoutVars>
          <dgm:hierBranch val="init"/>
        </dgm:presLayoutVars>
      </dgm:prSet>
      <dgm:spPr/>
    </dgm:pt>
    <dgm:pt modelId="{D137CB8C-3531-4BB9-B8CF-DF49899A67DD}" type="pres">
      <dgm:prSet presAssocID="{852EB062-95AF-44B1-8093-C35C61E9F4BE}" presName="rootComposite" presStyleCnt="0"/>
      <dgm:spPr/>
    </dgm:pt>
    <dgm:pt modelId="{A0255DBA-CF83-4ADA-9DA8-8FBB20E8ECC3}" type="pres">
      <dgm:prSet presAssocID="{852EB062-95AF-44B1-8093-C35C61E9F4BE}" presName="rootText" presStyleLbl="node2" presStyleIdx="1" presStyleCnt="3" custScaleX="128770" custScaleY="39678" custLinFactNeighborX="-4024" custLinFactNeighborY="-4024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5D28E91C-23F8-43EC-8F2B-EEFBCF75DE03}" type="pres">
      <dgm:prSet presAssocID="{852EB062-95AF-44B1-8093-C35C61E9F4BE}" presName="rootConnector" presStyleLbl="node2" presStyleIdx="1" presStyleCnt="3"/>
      <dgm:spPr/>
    </dgm:pt>
    <dgm:pt modelId="{82E2D341-2D0C-41A8-9619-582AC1D13376}" type="pres">
      <dgm:prSet presAssocID="{852EB062-95AF-44B1-8093-C35C61E9F4BE}" presName="hierChild4" presStyleCnt="0"/>
      <dgm:spPr/>
    </dgm:pt>
    <dgm:pt modelId="{E2AD9661-1BDD-44D2-A960-7DA79A88EC88}" type="pres">
      <dgm:prSet presAssocID="{852EB062-95AF-44B1-8093-C35C61E9F4BE}" presName="hierChild5" presStyleCnt="0"/>
      <dgm:spPr/>
    </dgm:pt>
    <dgm:pt modelId="{06D5D201-E8F6-473C-A83D-BE46D458BE8F}" type="pres">
      <dgm:prSet presAssocID="{CE65536E-7001-4962-B5BA-787379DE4686}" presName="Name37" presStyleLbl="parChTrans1D2" presStyleIdx="2" presStyleCnt="3"/>
      <dgm:spPr/>
    </dgm:pt>
    <dgm:pt modelId="{DD2D3508-4ECB-4AD3-BFAB-465D4E63FB05}" type="pres">
      <dgm:prSet presAssocID="{8D27A7C2-788A-41CB-9983-EC5C4181AD4E}" presName="hierRoot2" presStyleCnt="0">
        <dgm:presLayoutVars>
          <dgm:hierBranch val="init"/>
        </dgm:presLayoutVars>
      </dgm:prSet>
      <dgm:spPr/>
    </dgm:pt>
    <dgm:pt modelId="{8D4D5B81-BB9F-45FC-92C1-5EEE40AD1E38}" type="pres">
      <dgm:prSet presAssocID="{8D27A7C2-788A-41CB-9983-EC5C4181AD4E}" presName="rootComposite" presStyleCnt="0"/>
      <dgm:spPr/>
    </dgm:pt>
    <dgm:pt modelId="{7E4B8C54-7DA3-4C70-9CDB-87AC91AD885B}" type="pres">
      <dgm:prSet presAssocID="{8D27A7C2-788A-41CB-9983-EC5C4181AD4E}" presName="rootText" presStyleLbl="node2" presStyleIdx="2" presStyleCnt="3" custScaleX="121018" custScaleY="42475" custLinFactNeighborX="62354" custLinFactNeighborY="-3596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D1B02055-0608-453D-BDE8-7164E59D5AEB}" type="pres">
      <dgm:prSet presAssocID="{8D27A7C2-788A-41CB-9983-EC5C4181AD4E}" presName="rootConnector" presStyleLbl="node2" presStyleIdx="2" presStyleCnt="3"/>
      <dgm:spPr/>
    </dgm:pt>
    <dgm:pt modelId="{06A3C952-F3E0-4B98-892F-F19141CE2022}" type="pres">
      <dgm:prSet presAssocID="{8D27A7C2-788A-41CB-9983-EC5C4181AD4E}" presName="hierChild4" presStyleCnt="0"/>
      <dgm:spPr/>
    </dgm:pt>
    <dgm:pt modelId="{C9DA64AB-B2A8-4DC8-9F28-9158BAD2C7F9}" type="pres">
      <dgm:prSet presAssocID="{8D27A7C2-788A-41CB-9983-EC5C4181AD4E}" presName="hierChild5" presStyleCnt="0"/>
      <dgm:spPr/>
    </dgm:pt>
    <dgm:pt modelId="{B41230A2-640F-4AB3-B996-971BF4B4FA42}" type="pres">
      <dgm:prSet presAssocID="{72C598DC-11CA-438A-B8B6-E60E37C35F7E}" presName="hierChild3" presStyleCnt="0"/>
      <dgm:spPr/>
    </dgm:pt>
  </dgm:ptLst>
  <dgm:cxnLst>
    <dgm:cxn modelId="{811C3908-9371-4D4B-83F4-596E8E96AEFB}" srcId="{72C598DC-11CA-438A-B8B6-E60E37C35F7E}" destId="{8D27A7C2-788A-41CB-9983-EC5C4181AD4E}" srcOrd="2" destOrd="0" parTransId="{CE65536E-7001-4962-B5BA-787379DE4686}" sibTransId="{5A4A2B19-810D-4B60-A79C-85DD15D7CCBB}"/>
    <dgm:cxn modelId="{76A4C61B-10B1-4C28-B0BD-F0AA08F009E4}" type="presOf" srcId="{72C598DC-11CA-438A-B8B6-E60E37C35F7E}" destId="{DD24D433-C61D-4344-86B4-B863995D0A0B}" srcOrd="1" destOrd="0" presId="urn:microsoft.com/office/officeart/2005/8/layout/orgChart1"/>
    <dgm:cxn modelId="{7FA66429-6694-49A6-B542-24CDA5BD70B9}" type="presOf" srcId="{72C598DC-11CA-438A-B8B6-E60E37C35F7E}" destId="{FCD2D1F1-4909-4F27-9591-DCD2B0BFC988}" srcOrd="0" destOrd="0" presId="urn:microsoft.com/office/officeart/2005/8/layout/orgChart1"/>
    <dgm:cxn modelId="{52F2BF5F-5DAA-48EA-ADC2-740F8CD9A2E2}" type="presOf" srcId="{AF662FD4-FA71-4CB5-84FB-820DF3B080A2}" destId="{03BF8589-F795-4BF4-9125-C9AE4C4D4BDF}" srcOrd="1" destOrd="0" presId="urn:microsoft.com/office/officeart/2005/8/layout/orgChart1"/>
    <dgm:cxn modelId="{BC63E767-2A2B-46FD-89C3-8F8AA4B4F433}" type="presOf" srcId="{06C898ED-5DF1-4221-975C-2C5738B9A519}" destId="{AA5AC527-DE4C-4829-9E68-252499F14E37}" srcOrd="0" destOrd="0" presId="urn:microsoft.com/office/officeart/2005/8/layout/orgChart1"/>
    <dgm:cxn modelId="{77108F6F-B731-45E4-BB81-F7E18A064AFD}" srcId="{72C598DC-11CA-438A-B8B6-E60E37C35F7E}" destId="{852EB062-95AF-44B1-8093-C35C61E9F4BE}" srcOrd="1" destOrd="0" parTransId="{D418D308-C1FB-434F-8477-0F4A97733C18}" sibTransId="{DE60AC3D-5475-4E2F-A14F-8970FB717E2A}"/>
    <dgm:cxn modelId="{EE7A0489-E829-4812-A913-8585F57199F0}" type="presOf" srcId="{E8F413EF-B69A-44AD-BEF5-269A53317A58}" destId="{E86CCAE2-5264-4B67-AD93-AE6E6895295F}" srcOrd="0" destOrd="0" presId="urn:microsoft.com/office/officeart/2005/8/layout/orgChart1"/>
    <dgm:cxn modelId="{65B2D9A0-23A1-4C9C-8FDB-46942F24B39B}" type="presOf" srcId="{D418D308-C1FB-434F-8477-0F4A97733C18}" destId="{4832985A-2B98-498B-A902-32A404481411}" srcOrd="0" destOrd="0" presId="urn:microsoft.com/office/officeart/2005/8/layout/orgChart1"/>
    <dgm:cxn modelId="{48E537B1-7F3E-4D76-AC02-DD375949FC74}" type="presOf" srcId="{852EB062-95AF-44B1-8093-C35C61E9F4BE}" destId="{5D28E91C-23F8-43EC-8F2B-EEFBCF75DE03}" srcOrd="1" destOrd="0" presId="urn:microsoft.com/office/officeart/2005/8/layout/orgChart1"/>
    <dgm:cxn modelId="{15E83ABF-6543-4FA2-916E-9533C49172E1}" type="presOf" srcId="{AF662FD4-FA71-4CB5-84FB-820DF3B080A2}" destId="{6FFC54F3-9402-463F-97DF-67251DD0B1F5}" srcOrd="0" destOrd="0" presId="urn:microsoft.com/office/officeart/2005/8/layout/orgChart1"/>
    <dgm:cxn modelId="{2B5133C3-A1DF-422F-B18D-4ACEB21E0AA6}" srcId="{E8F413EF-B69A-44AD-BEF5-269A53317A58}" destId="{72C598DC-11CA-438A-B8B6-E60E37C35F7E}" srcOrd="0" destOrd="0" parTransId="{A957853F-88FE-4066-A418-8B15330AFBB0}" sibTransId="{A2F703D2-5124-4271-8D73-94078BD159FD}"/>
    <dgm:cxn modelId="{EA2595CA-41C7-446C-9368-ECA14ABE0B5E}" type="presOf" srcId="{8D27A7C2-788A-41CB-9983-EC5C4181AD4E}" destId="{7E4B8C54-7DA3-4C70-9CDB-87AC91AD885B}" srcOrd="0" destOrd="0" presId="urn:microsoft.com/office/officeart/2005/8/layout/orgChart1"/>
    <dgm:cxn modelId="{1A00F6D1-90BE-4340-A4AA-CDE4FEAD4BB8}" srcId="{72C598DC-11CA-438A-B8B6-E60E37C35F7E}" destId="{AF662FD4-FA71-4CB5-84FB-820DF3B080A2}" srcOrd="0" destOrd="0" parTransId="{06C898ED-5DF1-4221-975C-2C5738B9A519}" sibTransId="{5B7CD409-6AB9-4C4C-BD71-3020FE8CD7F9}"/>
    <dgm:cxn modelId="{AD43FED7-B490-48E2-8794-9A24EBF07183}" type="presOf" srcId="{8D27A7C2-788A-41CB-9983-EC5C4181AD4E}" destId="{D1B02055-0608-453D-BDE8-7164E59D5AEB}" srcOrd="1" destOrd="0" presId="urn:microsoft.com/office/officeart/2005/8/layout/orgChart1"/>
    <dgm:cxn modelId="{F33CC2ED-F0F4-4A93-B6D5-CF7E25735CC6}" type="presOf" srcId="{CE65536E-7001-4962-B5BA-787379DE4686}" destId="{06D5D201-E8F6-473C-A83D-BE46D458BE8F}" srcOrd="0" destOrd="0" presId="urn:microsoft.com/office/officeart/2005/8/layout/orgChart1"/>
    <dgm:cxn modelId="{04CC47F4-00FB-481C-86D6-FCAFE0AD5D92}" type="presOf" srcId="{852EB062-95AF-44B1-8093-C35C61E9F4BE}" destId="{A0255DBA-CF83-4ADA-9DA8-8FBB20E8ECC3}" srcOrd="0" destOrd="0" presId="urn:microsoft.com/office/officeart/2005/8/layout/orgChart1"/>
    <dgm:cxn modelId="{8E151A7A-67BA-4DE7-9C5D-B0099DB09E22}" type="presParOf" srcId="{E86CCAE2-5264-4B67-AD93-AE6E6895295F}" destId="{AEE27C8E-69E0-4B59-8797-A76B62065AAD}" srcOrd="0" destOrd="0" presId="urn:microsoft.com/office/officeart/2005/8/layout/orgChart1"/>
    <dgm:cxn modelId="{CE1F74D3-CC18-4692-BA40-58FF5E1B07E9}" type="presParOf" srcId="{AEE27C8E-69E0-4B59-8797-A76B62065AAD}" destId="{4C91CE26-89C5-4E0A-8B2A-DA9F4EE649FE}" srcOrd="0" destOrd="0" presId="urn:microsoft.com/office/officeart/2005/8/layout/orgChart1"/>
    <dgm:cxn modelId="{7193CA83-F788-43D1-9795-34A925C9F3F5}" type="presParOf" srcId="{4C91CE26-89C5-4E0A-8B2A-DA9F4EE649FE}" destId="{FCD2D1F1-4909-4F27-9591-DCD2B0BFC988}" srcOrd="0" destOrd="0" presId="urn:microsoft.com/office/officeart/2005/8/layout/orgChart1"/>
    <dgm:cxn modelId="{077713FC-1809-471F-8FE9-B959F15A545A}" type="presParOf" srcId="{4C91CE26-89C5-4E0A-8B2A-DA9F4EE649FE}" destId="{DD24D433-C61D-4344-86B4-B863995D0A0B}" srcOrd="1" destOrd="0" presId="urn:microsoft.com/office/officeart/2005/8/layout/orgChart1"/>
    <dgm:cxn modelId="{E6236EAB-BD04-43AB-844D-5EB813444E1C}" type="presParOf" srcId="{AEE27C8E-69E0-4B59-8797-A76B62065AAD}" destId="{933E44C4-E2E3-405D-A4D3-247BA52F4D45}" srcOrd="1" destOrd="0" presId="urn:microsoft.com/office/officeart/2005/8/layout/orgChart1"/>
    <dgm:cxn modelId="{A9B5331D-F940-4F73-82D7-FF789CB208F1}" type="presParOf" srcId="{933E44C4-E2E3-405D-A4D3-247BA52F4D45}" destId="{AA5AC527-DE4C-4829-9E68-252499F14E37}" srcOrd="0" destOrd="0" presId="urn:microsoft.com/office/officeart/2005/8/layout/orgChart1"/>
    <dgm:cxn modelId="{26DC98D2-F874-460A-B698-2B92AF8479A8}" type="presParOf" srcId="{933E44C4-E2E3-405D-A4D3-247BA52F4D45}" destId="{B40C6361-A961-4525-8FAD-C7D2562AE059}" srcOrd="1" destOrd="0" presId="urn:microsoft.com/office/officeart/2005/8/layout/orgChart1"/>
    <dgm:cxn modelId="{9F1BAFC0-EC93-4B58-8963-9913B32A0618}" type="presParOf" srcId="{B40C6361-A961-4525-8FAD-C7D2562AE059}" destId="{F709DD60-FF2F-4F8C-8F36-F5E073C6E6C6}" srcOrd="0" destOrd="0" presId="urn:microsoft.com/office/officeart/2005/8/layout/orgChart1"/>
    <dgm:cxn modelId="{A9A6D3FC-ECD1-4E1C-8C67-7EDF495BB40B}" type="presParOf" srcId="{F709DD60-FF2F-4F8C-8F36-F5E073C6E6C6}" destId="{6FFC54F3-9402-463F-97DF-67251DD0B1F5}" srcOrd="0" destOrd="0" presId="urn:microsoft.com/office/officeart/2005/8/layout/orgChart1"/>
    <dgm:cxn modelId="{BCADDF8B-8204-4B5F-A5E6-7143891EF526}" type="presParOf" srcId="{F709DD60-FF2F-4F8C-8F36-F5E073C6E6C6}" destId="{03BF8589-F795-4BF4-9125-C9AE4C4D4BDF}" srcOrd="1" destOrd="0" presId="urn:microsoft.com/office/officeart/2005/8/layout/orgChart1"/>
    <dgm:cxn modelId="{648CEEAA-2715-4543-8146-9D6373E37DE4}" type="presParOf" srcId="{B40C6361-A961-4525-8FAD-C7D2562AE059}" destId="{80462B44-921B-40EF-9A32-9CCD11AB32BA}" srcOrd="1" destOrd="0" presId="urn:microsoft.com/office/officeart/2005/8/layout/orgChart1"/>
    <dgm:cxn modelId="{027BB0EC-F288-44AF-A38C-9C63A700121E}" type="presParOf" srcId="{B40C6361-A961-4525-8FAD-C7D2562AE059}" destId="{DF9BFA12-1BA6-45B5-B691-858D6B001665}" srcOrd="2" destOrd="0" presId="urn:microsoft.com/office/officeart/2005/8/layout/orgChart1"/>
    <dgm:cxn modelId="{6592A3F8-9210-43FA-B058-5BC1E832B534}" type="presParOf" srcId="{933E44C4-E2E3-405D-A4D3-247BA52F4D45}" destId="{4832985A-2B98-498B-A902-32A404481411}" srcOrd="2" destOrd="0" presId="urn:microsoft.com/office/officeart/2005/8/layout/orgChart1"/>
    <dgm:cxn modelId="{D7C7A33F-5B5C-4971-A97A-C4C6050FB454}" type="presParOf" srcId="{933E44C4-E2E3-405D-A4D3-247BA52F4D45}" destId="{DAE659E4-6FF1-42BD-8A33-1D9789154E5F}" srcOrd="3" destOrd="0" presId="urn:microsoft.com/office/officeart/2005/8/layout/orgChart1"/>
    <dgm:cxn modelId="{F5E974D5-0157-42C5-992B-AEB05DA1E94D}" type="presParOf" srcId="{DAE659E4-6FF1-42BD-8A33-1D9789154E5F}" destId="{D137CB8C-3531-4BB9-B8CF-DF49899A67DD}" srcOrd="0" destOrd="0" presId="urn:microsoft.com/office/officeart/2005/8/layout/orgChart1"/>
    <dgm:cxn modelId="{AF177F56-DDBE-42FE-A25A-33D35B9F07A5}" type="presParOf" srcId="{D137CB8C-3531-4BB9-B8CF-DF49899A67DD}" destId="{A0255DBA-CF83-4ADA-9DA8-8FBB20E8ECC3}" srcOrd="0" destOrd="0" presId="urn:microsoft.com/office/officeart/2005/8/layout/orgChart1"/>
    <dgm:cxn modelId="{C42407B0-4E2E-4B9E-A525-08F798686F93}" type="presParOf" srcId="{D137CB8C-3531-4BB9-B8CF-DF49899A67DD}" destId="{5D28E91C-23F8-43EC-8F2B-EEFBCF75DE03}" srcOrd="1" destOrd="0" presId="urn:microsoft.com/office/officeart/2005/8/layout/orgChart1"/>
    <dgm:cxn modelId="{9B9F4E5E-32CC-4681-B4DA-4BE1557ECF7D}" type="presParOf" srcId="{DAE659E4-6FF1-42BD-8A33-1D9789154E5F}" destId="{82E2D341-2D0C-41A8-9619-582AC1D13376}" srcOrd="1" destOrd="0" presId="urn:microsoft.com/office/officeart/2005/8/layout/orgChart1"/>
    <dgm:cxn modelId="{0DBD8E76-ABFD-4DDC-8E43-9838B4C7A020}" type="presParOf" srcId="{DAE659E4-6FF1-42BD-8A33-1D9789154E5F}" destId="{E2AD9661-1BDD-44D2-A960-7DA79A88EC88}" srcOrd="2" destOrd="0" presId="urn:microsoft.com/office/officeart/2005/8/layout/orgChart1"/>
    <dgm:cxn modelId="{CC947ED1-2C1E-4752-ABF8-683ED056E283}" type="presParOf" srcId="{933E44C4-E2E3-405D-A4D3-247BA52F4D45}" destId="{06D5D201-E8F6-473C-A83D-BE46D458BE8F}" srcOrd="4" destOrd="0" presId="urn:microsoft.com/office/officeart/2005/8/layout/orgChart1"/>
    <dgm:cxn modelId="{530BBF2A-BADB-40A9-8F3C-818FCD6FDF6C}" type="presParOf" srcId="{933E44C4-E2E3-405D-A4D3-247BA52F4D45}" destId="{DD2D3508-4ECB-4AD3-BFAB-465D4E63FB05}" srcOrd="5" destOrd="0" presId="urn:microsoft.com/office/officeart/2005/8/layout/orgChart1"/>
    <dgm:cxn modelId="{EE132052-63BB-4B90-9C44-CB3575707A23}" type="presParOf" srcId="{DD2D3508-4ECB-4AD3-BFAB-465D4E63FB05}" destId="{8D4D5B81-BB9F-45FC-92C1-5EEE40AD1E38}" srcOrd="0" destOrd="0" presId="urn:microsoft.com/office/officeart/2005/8/layout/orgChart1"/>
    <dgm:cxn modelId="{989C5BA5-566D-4422-AE57-156D608F7E25}" type="presParOf" srcId="{8D4D5B81-BB9F-45FC-92C1-5EEE40AD1E38}" destId="{7E4B8C54-7DA3-4C70-9CDB-87AC91AD885B}" srcOrd="0" destOrd="0" presId="urn:microsoft.com/office/officeart/2005/8/layout/orgChart1"/>
    <dgm:cxn modelId="{971B7B6B-56D1-4FB1-B48D-C18ABB428716}" type="presParOf" srcId="{8D4D5B81-BB9F-45FC-92C1-5EEE40AD1E38}" destId="{D1B02055-0608-453D-BDE8-7164E59D5AEB}" srcOrd="1" destOrd="0" presId="urn:microsoft.com/office/officeart/2005/8/layout/orgChart1"/>
    <dgm:cxn modelId="{45F9A8E9-FB9A-43F9-8EC8-28A57B1A94F3}" type="presParOf" srcId="{DD2D3508-4ECB-4AD3-BFAB-465D4E63FB05}" destId="{06A3C952-F3E0-4B98-892F-F19141CE2022}" srcOrd="1" destOrd="0" presId="urn:microsoft.com/office/officeart/2005/8/layout/orgChart1"/>
    <dgm:cxn modelId="{4BAF04CA-1B01-47B4-ABF4-D9034E192272}" type="presParOf" srcId="{DD2D3508-4ECB-4AD3-BFAB-465D4E63FB05}" destId="{C9DA64AB-B2A8-4DC8-9F28-9158BAD2C7F9}" srcOrd="2" destOrd="0" presId="urn:microsoft.com/office/officeart/2005/8/layout/orgChart1"/>
    <dgm:cxn modelId="{968A3BE1-57BA-44AE-ADE4-552BA43BC3F5}" type="presParOf" srcId="{AEE27C8E-69E0-4B59-8797-A76B62065AAD}" destId="{B41230A2-640F-4AB3-B996-971BF4B4FA4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F413EF-B69A-44AD-BEF5-269A53317A58}" type="doc">
      <dgm:prSet loTypeId="urn:microsoft.com/office/officeart/2009/3/layout/HorizontalOrganizationChart" loCatId="hierarchy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72C598DC-11CA-438A-B8B6-E60E37C35F7E}">
      <dgm:prSet phldrT="[Text]" custT="1"/>
      <dgm:spPr/>
      <dgm:t>
        <a:bodyPr/>
        <a:lstStyle/>
        <a:p>
          <a:r>
            <a:rPr lang="en-US" sz="1800" dirty="0"/>
            <a:t>Uses of Spread Operator</a:t>
          </a:r>
          <a:endParaRPr lang="en-IN" sz="1800" dirty="0"/>
        </a:p>
      </dgm:t>
    </dgm:pt>
    <dgm:pt modelId="{A957853F-88FE-4066-A418-8B15330AFBB0}" type="parTrans" cxnId="{2B5133C3-A1DF-422F-B18D-4ACEB21E0AA6}">
      <dgm:prSet/>
      <dgm:spPr/>
      <dgm:t>
        <a:bodyPr/>
        <a:lstStyle/>
        <a:p>
          <a:endParaRPr lang="en-IN" sz="1800"/>
        </a:p>
      </dgm:t>
    </dgm:pt>
    <dgm:pt modelId="{A2F703D2-5124-4271-8D73-94078BD159FD}" type="sibTrans" cxnId="{2B5133C3-A1DF-422F-B18D-4ACEB21E0AA6}">
      <dgm:prSet/>
      <dgm:spPr/>
      <dgm:t>
        <a:bodyPr/>
        <a:lstStyle/>
        <a:p>
          <a:endParaRPr lang="en-IN" sz="1800"/>
        </a:p>
      </dgm:t>
    </dgm:pt>
    <dgm:pt modelId="{852EB062-95AF-44B1-8093-C35C61E9F4BE}">
      <dgm:prSet phldrT="[Text]" custT="1"/>
      <dgm:spPr/>
      <dgm:t>
        <a:bodyPr/>
        <a:lstStyle/>
        <a:p>
          <a:r>
            <a:rPr lang="en-IN" sz="1800" b="0" i="0" dirty="0"/>
            <a:t>Merging Arrays</a:t>
          </a:r>
          <a:endParaRPr lang="en-IN" sz="1800" b="0" dirty="0"/>
        </a:p>
      </dgm:t>
    </dgm:pt>
    <dgm:pt modelId="{D418D308-C1FB-434F-8477-0F4A97733C18}" type="parTrans" cxnId="{77108F6F-B731-45E4-BB81-F7E18A064AFD}">
      <dgm:prSet/>
      <dgm:spPr/>
      <dgm:t>
        <a:bodyPr/>
        <a:lstStyle/>
        <a:p>
          <a:endParaRPr lang="en-IN" sz="1800"/>
        </a:p>
      </dgm:t>
    </dgm:pt>
    <dgm:pt modelId="{DE60AC3D-5475-4E2F-A14F-8970FB717E2A}" type="sibTrans" cxnId="{77108F6F-B731-45E4-BB81-F7E18A064AFD}">
      <dgm:prSet/>
      <dgm:spPr/>
      <dgm:t>
        <a:bodyPr/>
        <a:lstStyle/>
        <a:p>
          <a:endParaRPr lang="en-IN" sz="1800"/>
        </a:p>
      </dgm:t>
    </dgm:pt>
    <dgm:pt modelId="{AF662FD4-FA71-4CB5-84FB-820DF3B080A2}">
      <dgm:prSet custT="1"/>
      <dgm:spPr/>
      <dgm:t>
        <a:bodyPr/>
        <a:lstStyle/>
        <a:p>
          <a:r>
            <a:rPr lang="en-IN" sz="1800" b="0" i="0" dirty="0"/>
            <a:t>Copying an Array</a:t>
          </a:r>
          <a:endParaRPr lang="en-IN" sz="1800" b="0" dirty="0"/>
        </a:p>
      </dgm:t>
    </dgm:pt>
    <dgm:pt modelId="{06C898ED-5DF1-4221-975C-2C5738B9A519}" type="parTrans" cxnId="{1A00F6D1-90BE-4340-A4AA-CDE4FEAD4BB8}">
      <dgm:prSet/>
      <dgm:spPr/>
      <dgm:t>
        <a:bodyPr/>
        <a:lstStyle/>
        <a:p>
          <a:endParaRPr lang="en-IN" sz="1800"/>
        </a:p>
      </dgm:t>
    </dgm:pt>
    <dgm:pt modelId="{5B7CD409-6AB9-4C4C-BD71-3020FE8CD7F9}" type="sibTrans" cxnId="{1A00F6D1-90BE-4340-A4AA-CDE4FEAD4BB8}">
      <dgm:prSet/>
      <dgm:spPr/>
      <dgm:t>
        <a:bodyPr/>
        <a:lstStyle/>
        <a:p>
          <a:endParaRPr lang="en-IN" sz="1800"/>
        </a:p>
      </dgm:t>
    </dgm:pt>
    <dgm:pt modelId="{8D27A7C2-788A-41CB-9983-EC5C4181AD4E}">
      <dgm:prSet custT="1"/>
      <dgm:spPr/>
      <dgm:t>
        <a:bodyPr/>
        <a:lstStyle/>
        <a:p>
          <a:r>
            <a:rPr lang="en-US" sz="1800" b="0" i="0" dirty="0"/>
            <a:t>Passing Multiple Arguments to a Function</a:t>
          </a:r>
          <a:endParaRPr lang="en-IN" sz="1800" b="0" dirty="0"/>
        </a:p>
      </dgm:t>
    </dgm:pt>
    <dgm:pt modelId="{CE65536E-7001-4962-B5BA-787379DE4686}" type="parTrans" cxnId="{811C3908-9371-4D4B-83F4-596E8E96AEFB}">
      <dgm:prSet/>
      <dgm:spPr/>
      <dgm:t>
        <a:bodyPr/>
        <a:lstStyle/>
        <a:p>
          <a:endParaRPr lang="en-IN"/>
        </a:p>
      </dgm:t>
    </dgm:pt>
    <dgm:pt modelId="{5A4A2B19-810D-4B60-A79C-85DD15D7CCBB}" type="sibTrans" cxnId="{811C3908-9371-4D4B-83F4-596E8E96AEFB}">
      <dgm:prSet/>
      <dgm:spPr/>
      <dgm:t>
        <a:bodyPr/>
        <a:lstStyle/>
        <a:p>
          <a:endParaRPr lang="en-IN"/>
        </a:p>
      </dgm:t>
    </dgm:pt>
    <dgm:pt modelId="{D911ED6E-C8C3-49FC-9A95-BAA848643B29}" type="pres">
      <dgm:prSet presAssocID="{E8F413EF-B69A-44AD-BEF5-269A53317A5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E24EA4E-6FDA-47DF-9F33-A8BB57EB8053}" type="pres">
      <dgm:prSet presAssocID="{72C598DC-11CA-438A-B8B6-E60E37C35F7E}" presName="hierRoot1" presStyleCnt="0">
        <dgm:presLayoutVars>
          <dgm:hierBranch val="init"/>
        </dgm:presLayoutVars>
      </dgm:prSet>
      <dgm:spPr/>
    </dgm:pt>
    <dgm:pt modelId="{65150C82-4283-4D0E-8E7A-D647621A27D5}" type="pres">
      <dgm:prSet presAssocID="{72C598DC-11CA-438A-B8B6-E60E37C35F7E}" presName="rootComposite1" presStyleCnt="0"/>
      <dgm:spPr/>
    </dgm:pt>
    <dgm:pt modelId="{04956C0A-D8CA-435D-8248-BF04E06BB918}" type="pres">
      <dgm:prSet presAssocID="{72C598DC-11CA-438A-B8B6-E60E37C35F7E}" presName="rootText1" presStyleLbl="node0" presStyleIdx="0" presStyleCnt="1" custScaleX="46300" custScaleY="95412" custLinFactNeighborY="-34587">
        <dgm:presLayoutVars>
          <dgm:chPref val="3"/>
        </dgm:presLayoutVars>
      </dgm:prSet>
      <dgm:spPr>
        <a:prstGeom prst="roundRect">
          <a:avLst/>
        </a:prstGeom>
      </dgm:spPr>
    </dgm:pt>
    <dgm:pt modelId="{B81A62CD-CB8E-4255-97DD-FCD9EB41CE76}" type="pres">
      <dgm:prSet presAssocID="{72C598DC-11CA-438A-B8B6-E60E37C35F7E}" presName="rootConnector1" presStyleLbl="node1" presStyleIdx="0" presStyleCnt="0"/>
      <dgm:spPr/>
    </dgm:pt>
    <dgm:pt modelId="{4D837EEB-B524-4ECB-BB3F-EFF556A637AF}" type="pres">
      <dgm:prSet presAssocID="{72C598DC-11CA-438A-B8B6-E60E37C35F7E}" presName="hierChild2" presStyleCnt="0"/>
      <dgm:spPr/>
    </dgm:pt>
    <dgm:pt modelId="{02FEAC4C-D535-4EBF-910F-C6F2D451B411}" type="pres">
      <dgm:prSet presAssocID="{06C898ED-5DF1-4221-975C-2C5738B9A519}" presName="Name64" presStyleLbl="parChTrans1D2" presStyleIdx="0" presStyleCnt="3"/>
      <dgm:spPr/>
    </dgm:pt>
    <dgm:pt modelId="{8B987822-8C9D-4315-800F-5CC0B9723CB0}" type="pres">
      <dgm:prSet presAssocID="{AF662FD4-FA71-4CB5-84FB-820DF3B080A2}" presName="hierRoot2" presStyleCnt="0">
        <dgm:presLayoutVars>
          <dgm:hierBranch val="init"/>
        </dgm:presLayoutVars>
      </dgm:prSet>
      <dgm:spPr/>
    </dgm:pt>
    <dgm:pt modelId="{B48514F6-8F41-435C-BCD6-75BC1ECED8A4}" type="pres">
      <dgm:prSet presAssocID="{AF662FD4-FA71-4CB5-84FB-820DF3B080A2}" presName="rootComposite" presStyleCnt="0"/>
      <dgm:spPr/>
    </dgm:pt>
    <dgm:pt modelId="{0B5A0DC1-A7F8-4314-BD6C-94BB6EBE9B57}" type="pres">
      <dgm:prSet presAssocID="{AF662FD4-FA71-4CB5-84FB-820DF3B080A2}" presName="rootText" presStyleLbl="node2" presStyleIdx="0" presStyleCnt="3" custScaleX="74140" custScaleY="56762" custLinFactNeighborX="-400" custLinFactNeighborY="-65406">
        <dgm:presLayoutVars>
          <dgm:chPref val="3"/>
        </dgm:presLayoutVars>
      </dgm:prSet>
      <dgm:spPr>
        <a:prstGeom prst="roundRect">
          <a:avLst/>
        </a:prstGeom>
      </dgm:spPr>
    </dgm:pt>
    <dgm:pt modelId="{0BD35BB8-0758-45F1-9624-5922C2E47CF0}" type="pres">
      <dgm:prSet presAssocID="{AF662FD4-FA71-4CB5-84FB-820DF3B080A2}" presName="rootConnector" presStyleLbl="node2" presStyleIdx="0" presStyleCnt="3"/>
      <dgm:spPr/>
    </dgm:pt>
    <dgm:pt modelId="{2CF84525-80D3-4B42-931A-96080ED92E6D}" type="pres">
      <dgm:prSet presAssocID="{AF662FD4-FA71-4CB5-84FB-820DF3B080A2}" presName="hierChild4" presStyleCnt="0"/>
      <dgm:spPr/>
    </dgm:pt>
    <dgm:pt modelId="{CF876CE0-F296-41C1-B049-91D01F78508E}" type="pres">
      <dgm:prSet presAssocID="{AF662FD4-FA71-4CB5-84FB-820DF3B080A2}" presName="hierChild5" presStyleCnt="0"/>
      <dgm:spPr/>
    </dgm:pt>
    <dgm:pt modelId="{53198F55-7C21-4180-850C-67A02380816B}" type="pres">
      <dgm:prSet presAssocID="{D418D308-C1FB-434F-8477-0F4A97733C18}" presName="Name64" presStyleLbl="parChTrans1D2" presStyleIdx="1" presStyleCnt="3"/>
      <dgm:spPr/>
    </dgm:pt>
    <dgm:pt modelId="{829DB71A-2863-45F3-AEF0-CF9CD31B2CE7}" type="pres">
      <dgm:prSet presAssocID="{852EB062-95AF-44B1-8093-C35C61E9F4BE}" presName="hierRoot2" presStyleCnt="0">
        <dgm:presLayoutVars>
          <dgm:hierBranch val="init"/>
        </dgm:presLayoutVars>
      </dgm:prSet>
      <dgm:spPr/>
    </dgm:pt>
    <dgm:pt modelId="{16BEEA00-6A51-4D58-9596-1699BD26BB2F}" type="pres">
      <dgm:prSet presAssocID="{852EB062-95AF-44B1-8093-C35C61E9F4BE}" presName="rootComposite" presStyleCnt="0"/>
      <dgm:spPr/>
    </dgm:pt>
    <dgm:pt modelId="{10AFF593-7722-4F65-9482-F0C70F34E2E3}" type="pres">
      <dgm:prSet presAssocID="{852EB062-95AF-44B1-8093-C35C61E9F4BE}" presName="rootText" presStyleLbl="node2" presStyleIdx="1" presStyleCnt="3" custScaleX="74140" custScaleY="56762" custLinFactNeighborX="1200" custLinFactNeighborY="-35399">
        <dgm:presLayoutVars>
          <dgm:chPref val="3"/>
        </dgm:presLayoutVars>
      </dgm:prSet>
      <dgm:spPr>
        <a:prstGeom prst="roundRect">
          <a:avLst/>
        </a:prstGeom>
      </dgm:spPr>
    </dgm:pt>
    <dgm:pt modelId="{199CFB2C-DC5A-408F-BFDB-8402231F58A8}" type="pres">
      <dgm:prSet presAssocID="{852EB062-95AF-44B1-8093-C35C61E9F4BE}" presName="rootConnector" presStyleLbl="node2" presStyleIdx="1" presStyleCnt="3"/>
      <dgm:spPr/>
    </dgm:pt>
    <dgm:pt modelId="{3D590EF6-E3E7-47AD-9499-99CC04B27927}" type="pres">
      <dgm:prSet presAssocID="{852EB062-95AF-44B1-8093-C35C61E9F4BE}" presName="hierChild4" presStyleCnt="0"/>
      <dgm:spPr/>
    </dgm:pt>
    <dgm:pt modelId="{D8C73B5A-DDC9-45D5-AD04-5A18941F076C}" type="pres">
      <dgm:prSet presAssocID="{852EB062-95AF-44B1-8093-C35C61E9F4BE}" presName="hierChild5" presStyleCnt="0"/>
      <dgm:spPr/>
    </dgm:pt>
    <dgm:pt modelId="{9BDC7465-9FC1-47D7-A3DA-AD3F2EF3D8C7}" type="pres">
      <dgm:prSet presAssocID="{CE65536E-7001-4962-B5BA-787379DE4686}" presName="Name64" presStyleLbl="parChTrans1D2" presStyleIdx="2" presStyleCnt="3"/>
      <dgm:spPr/>
    </dgm:pt>
    <dgm:pt modelId="{20FC9936-52F4-4A83-8DAC-7E7358C4C484}" type="pres">
      <dgm:prSet presAssocID="{8D27A7C2-788A-41CB-9983-EC5C4181AD4E}" presName="hierRoot2" presStyleCnt="0">
        <dgm:presLayoutVars>
          <dgm:hierBranch val="init"/>
        </dgm:presLayoutVars>
      </dgm:prSet>
      <dgm:spPr/>
    </dgm:pt>
    <dgm:pt modelId="{F2456E2A-1197-4F0E-A145-04ABED9EF5EA}" type="pres">
      <dgm:prSet presAssocID="{8D27A7C2-788A-41CB-9983-EC5C4181AD4E}" presName="rootComposite" presStyleCnt="0"/>
      <dgm:spPr/>
    </dgm:pt>
    <dgm:pt modelId="{8A4E9FDE-A603-4E98-841D-D21882B24F31}" type="pres">
      <dgm:prSet presAssocID="{8D27A7C2-788A-41CB-9983-EC5C4181AD4E}" presName="rootText" presStyleLbl="node2" presStyleIdx="2" presStyleCnt="3" custScaleX="74140" custScaleY="56762">
        <dgm:presLayoutVars>
          <dgm:chPref val="3"/>
        </dgm:presLayoutVars>
      </dgm:prSet>
      <dgm:spPr>
        <a:prstGeom prst="roundRect">
          <a:avLst/>
        </a:prstGeom>
      </dgm:spPr>
    </dgm:pt>
    <dgm:pt modelId="{F1A166F8-82D9-4CCE-854A-858F31D12433}" type="pres">
      <dgm:prSet presAssocID="{8D27A7C2-788A-41CB-9983-EC5C4181AD4E}" presName="rootConnector" presStyleLbl="node2" presStyleIdx="2" presStyleCnt="3"/>
      <dgm:spPr/>
    </dgm:pt>
    <dgm:pt modelId="{C7C5FBE1-B710-4655-B8C6-58A459954151}" type="pres">
      <dgm:prSet presAssocID="{8D27A7C2-788A-41CB-9983-EC5C4181AD4E}" presName="hierChild4" presStyleCnt="0"/>
      <dgm:spPr/>
    </dgm:pt>
    <dgm:pt modelId="{F58E352E-DE28-4FC4-B3D8-EB5EFEDBF9CA}" type="pres">
      <dgm:prSet presAssocID="{8D27A7C2-788A-41CB-9983-EC5C4181AD4E}" presName="hierChild5" presStyleCnt="0"/>
      <dgm:spPr/>
    </dgm:pt>
    <dgm:pt modelId="{D5BBD034-A294-4720-AC3B-9EFF9E6C7C4D}" type="pres">
      <dgm:prSet presAssocID="{72C598DC-11CA-438A-B8B6-E60E37C35F7E}" presName="hierChild3" presStyleCnt="0"/>
      <dgm:spPr/>
    </dgm:pt>
  </dgm:ptLst>
  <dgm:cxnLst>
    <dgm:cxn modelId="{46793A01-6860-4991-BB86-155F7A5FC9B8}" type="presOf" srcId="{CE65536E-7001-4962-B5BA-787379DE4686}" destId="{9BDC7465-9FC1-47D7-A3DA-AD3F2EF3D8C7}" srcOrd="0" destOrd="0" presId="urn:microsoft.com/office/officeart/2009/3/layout/HorizontalOrganizationChart"/>
    <dgm:cxn modelId="{811C3908-9371-4D4B-83F4-596E8E96AEFB}" srcId="{72C598DC-11CA-438A-B8B6-E60E37C35F7E}" destId="{8D27A7C2-788A-41CB-9983-EC5C4181AD4E}" srcOrd="2" destOrd="0" parTransId="{CE65536E-7001-4962-B5BA-787379DE4686}" sibTransId="{5A4A2B19-810D-4B60-A79C-85DD15D7CCBB}"/>
    <dgm:cxn modelId="{E8828509-DE96-4CAE-B1A5-C2ED9AAD77EB}" type="presOf" srcId="{D418D308-C1FB-434F-8477-0F4A97733C18}" destId="{53198F55-7C21-4180-850C-67A02380816B}" srcOrd="0" destOrd="0" presId="urn:microsoft.com/office/officeart/2009/3/layout/HorizontalOrganizationChart"/>
    <dgm:cxn modelId="{BF8B8F23-A5CE-4CA1-9FA7-3C9888D25002}" type="presOf" srcId="{8D27A7C2-788A-41CB-9983-EC5C4181AD4E}" destId="{F1A166F8-82D9-4CCE-854A-858F31D12433}" srcOrd="1" destOrd="0" presId="urn:microsoft.com/office/officeart/2009/3/layout/HorizontalOrganizationChart"/>
    <dgm:cxn modelId="{A2C7243D-5A38-43DB-BB8A-F69A86094280}" type="presOf" srcId="{AF662FD4-FA71-4CB5-84FB-820DF3B080A2}" destId="{0BD35BB8-0758-45F1-9624-5922C2E47CF0}" srcOrd="1" destOrd="0" presId="urn:microsoft.com/office/officeart/2009/3/layout/HorizontalOrganizationChart"/>
    <dgm:cxn modelId="{E13F0D5B-0967-4566-A780-22541381DE8E}" type="presOf" srcId="{8D27A7C2-788A-41CB-9983-EC5C4181AD4E}" destId="{8A4E9FDE-A603-4E98-841D-D21882B24F31}" srcOrd="0" destOrd="0" presId="urn:microsoft.com/office/officeart/2009/3/layout/HorizontalOrganizationChart"/>
    <dgm:cxn modelId="{C1179A68-AA68-4BDF-A6A9-1A330B70D7EC}" type="presOf" srcId="{72C598DC-11CA-438A-B8B6-E60E37C35F7E}" destId="{B81A62CD-CB8E-4255-97DD-FCD9EB41CE76}" srcOrd="1" destOrd="0" presId="urn:microsoft.com/office/officeart/2009/3/layout/HorizontalOrganizationChart"/>
    <dgm:cxn modelId="{77108F6F-B731-45E4-BB81-F7E18A064AFD}" srcId="{72C598DC-11CA-438A-B8B6-E60E37C35F7E}" destId="{852EB062-95AF-44B1-8093-C35C61E9F4BE}" srcOrd="1" destOrd="0" parTransId="{D418D308-C1FB-434F-8477-0F4A97733C18}" sibTransId="{DE60AC3D-5475-4E2F-A14F-8970FB717E2A}"/>
    <dgm:cxn modelId="{CC37F287-5CE2-4477-AF39-2284CDFACD62}" type="presOf" srcId="{E8F413EF-B69A-44AD-BEF5-269A53317A58}" destId="{D911ED6E-C8C3-49FC-9A95-BAA848643B29}" srcOrd="0" destOrd="0" presId="urn:microsoft.com/office/officeart/2009/3/layout/HorizontalOrganizationChart"/>
    <dgm:cxn modelId="{894E9F90-A6E0-4AE7-9734-0D1A254EB743}" type="presOf" srcId="{06C898ED-5DF1-4221-975C-2C5738B9A519}" destId="{02FEAC4C-D535-4EBF-910F-C6F2D451B411}" srcOrd="0" destOrd="0" presId="urn:microsoft.com/office/officeart/2009/3/layout/HorizontalOrganizationChart"/>
    <dgm:cxn modelId="{32F751AF-91DC-4392-9732-886FC8913D91}" type="presOf" srcId="{AF662FD4-FA71-4CB5-84FB-820DF3B080A2}" destId="{0B5A0DC1-A7F8-4314-BD6C-94BB6EBE9B57}" srcOrd="0" destOrd="0" presId="urn:microsoft.com/office/officeart/2009/3/layout/HorizontalOrganizationChart"/>
    <dgm:cxn modelId="{2B5133C3-A1DF-422F-B18D-4ACEB21E0AA6}" srcId="{E8F413EF-B69A-44AD-BEF5-269A53317A58}" destId="{72C598DC-11CA-438A-B8B6-E60E37C35F7E}" srcOrd="0" destOrd="0" parTransId="{A957853F-88FE-4066-A418-8B15330AFBB0}" sibTransId="{A2F703D2-5124-4271-8D73-94078BD159FD}"/>
    <dgm:cxn modelId="{7CBB4CC4-B2CE-498E-9A54-BC4ECE543D81}" type="presOf" srcId="{852EB062-95AF-44B1-8093-C35C61E9F4BE}" destId="{199CFB2C-DC5A-408F-BFDB-8402231F58A8}" srcOrd="1" destOrd="0" presId="urn:microsoft.com/office/officeart/2009/3/layout/HorizontalOrganizationChart"/>
    <dgm:cxn modelId="{1A00F6D1-90BE-4340-A4AA-CDE4FEAD4BB8}" srcId="{72C598DC-11CA-438A-B8B6-E60E37C35F7E}" destId="{AF662FD4-FA71-4CB5-84FB-820DF3B080A2}" srcOrd="0" destOrd="0" parTransId="{06C898ED-5DF1-4221-975C-2C5738B9A519}" sibTransId="{5B7CD409-6AB9-4C4C-BD71-3020FE8CD7F9}"/>
    <dgm:cxn modelId="{9B10C4D6-8B55-4D52-8645-184E8FB2B73B}" type="presOf" srcId="{72C598DC-11CA-438A-B8B6-E60E37C35F7E}" destId="{04956C0A-D8CA-435D-8248-BF04E06BB918}" srcOrd="0" destOrd="0" presId="urn:microsoft.com/office/officeart/2009/3/layout/HorizontalOrganizationChart"/>
    <dgm:cxn modelId="{D3ED8EFF-5B6F-406B-A345-53386EE76ED0}" type="presOf" srcId="{852EB062-95AF-44B1-8093-C35C61E9F4BE}" destId="{10AFF593-7722-4F65-9482-F0C70F34E2E3}" srcOrd="0" destOrd="0" presId="urn:microsoft.com/office/officeart/2009/3/layout/HorizontalOrganizationChart"/>
    <dgm:cxn modelId="{07B33A84-A89F-45DA-A254-B09FFB2F2E66}" type="presParOf" srcId="{D911ED6E-C8C3-49FC-9A95-BAA848643B29}" destId="{AE24EA4E-6FDA-47DF-9F33-A8BB57EB8053}" srcOrd="0" destOrd="0" presId="urn:microsoft.com/office/officeart/2009/3/layout/HorizontalOrganizationChart"/>
    <dgm:cxn modelId="{A991149D-AD8F-4EF0-AD1F-D38A24F14297}" type="presParOf" srcId="{AE24EA4E-6FDA-47DF-9F33-A8BB57EB8053}" destId="{65150C82-4283-4D0E-8E7A-D647621A27D5}" srcOrd="0" destOrd="0" presId="urn:microsoft.com/office/officeart/2009/3/layout/HorizontalOrganizationChart"/>
    <dgm:cxn modelId="{F604B00E-AA03-4EE8-94F0-E0C90D9BB931}" type="presParOf" srcId="{65150C82-4283-4D0E-8E7A-D647621A27D5}" destId="{04956C0A-D8CA-435D-8248-BF04E06BB918}" srcOrd="0" destOrd="0" presId="urn:microsoft.com/office/officeart/2009/3/layout/HorizontalOrganizationChart"/>
    <dgm:cxn modelId="{1F122BA0-5165-4B87-A827-56E0C235F6ED}" type="presParOf" srcId="{65150C82-4283-4D0E-8E7A-D647621A27D5}" destId="{B81A62CD-CB8E-4255-97DD-FCD9EB41CE76}" srcOrd="1" destOrd="0" presId="urn:microsoft.com/office/officeart/2009/3/layout/HorizontalOrganizationChart"/>
    <dgm:cxn modelId="{6B429200-80C0-4B1A-B9B6-097EFFEEAF61}" type="presParOf" srcId="{AE24EA4E-6FDA-47DF-9F33-A8BB57EB8053}" destId="{4D837EEB-B524-4ECB-BB3F-EFF556A637AF}" srcOrd="1" destOrd="0" presId="urn:microsoft.com/office/officeart/2009/3/layout/HorizontalOrganizationChart"/>
    <dgm:cxn modelId="{752AE15F-6AD5-4D4F-8E82-D8C8C245D7A8}" type="presParOf" srcId="{4D837EEB-B524-4ECB-BB3F-EFF556A637AF}" destId="{02FEAC4C-D535-4EBF-910F-C6F2D451B411}" srcOrd="0" destOrd="0" presId="urn:microsoft.com/office/officeart/2009/3/layout/HorizontalOrganizationChart"/>
    <dgm:cxn modelId="{13262F0C-A04A-487F-B00D-6CF56A1925B9}" type="presParOf" srcId="{4D837EEB-B524-4ECB-BB3F-EFF556A637AF}" destId="{8B987822-8C9D-4315-800F-5CC0B9723CB0}" srcOrd="1" destOrd="0" presId="urn:microsoft.com/office/officeart/2009/3/layout/HorizontalOrganizationChart"/>
    <dgm:cxn modelId="{CD8FF50D-DB48-49FF-8DF2-FEB17DD9F365}" type="presParOf" srcId="{8B987822-8C9D-4315-800F-5CC0B9723CB0}" destId="{B48514F6-8F41-435C-BCD6-75BC1ECED8A4}" srcOrd="0" destOrd="0" presId="urn:microsoft.com/office/officeart/2009/3/layout/HorizontalOrganizationChart"/>
    <dgm:cxn modelId="{ABB9BD6D-43EB-4D01-BEC3-A0B2029F0F77}" type="presParOf" srcId="{B48514F6-8F41-435C-BCD6-75BC1ECED8A4}" destId="{0B5A0DC1-A7F8-4314-BD6C-94BB6EBE9B57}" srcOrd="0" destOrd="0" presId="urn:microsoft.com/office/officeart/2009/3/layout/HorizontalOrganizationChart"/>
    <dgm:cxn modelId="{9A06D39B-93B3-4082-8F25-90F8714AB72D}" type="presParOf" srcId="{B48514F6-8F41-435C-BCD6-75BC1ECED8A4}" destId="{0BD35BB8-0758-45F1-9624-5922C2E47CF0}" srcOrd="1" destOrd="0" presId="urn:microsoft.com/office/officeart/2009/3/layout/HorizontalOrganizationChart"/>
    <dgm:cxn modelId="{3ED007BB-BF60-4DCF-9091-24FC30E2B93B}" type="presParOf" srcId="{8B987822-8C9D-4315-800F-5CC0B9723CB0}" destId="{2CF84525-80D3-4B42-931A-96080ED92E6D}" srcOrd="1" destOrd="0" presId="urn:microsoft.com/office/officeart/2009/3/layout/HorizontalOrganizationChart"/>
    <dgm:cxn modelId="{7319C980-D7D6-4D65-A9EC-86CCC887DC19}" type="presParOf" srcId="{8B987822-8C9D-4315-800F-5CC0B9723CB0}" destId="{CF876CE0-F296-41C1-B049-91D01F78508E}" srcOrd="2" destOrd="0" presId="urn:microsoft.com/office/officeart/2009/3/layout/HorizontalOrganizationChart"/>
    <dgm:cxn modelId="{0AB15076-E089-4592-B322-27E53B2FB7EA}" type="presParOf" srcId="{4D837EEB-B524-4ECB-BB3F-EFF556A637AF}" destId="{53198F55-7C21-4180-850C-67A02380816B}" srcOrd="2" destOrd="0" presId="urn:microsoft.com/office/officeart/2009/3/layout/HorizontalOrganizationChart"/>
    <dgm:cxn modelId="{ED759482-1D56-4274-95AB-7CA96CA3E12E}" type="presParOf" srcId="{4D837EEB-B524-4ECB-BB3F-EFF556A637AF}" destId="{829DB71A-2863-45F3-AEF0-CF9CD31B2CE7}" srcOrd="3" destOrd="0" presId="urn:microsoft.com/office/officeart/2009/3/layout/HorizontalOrganizationChart"/>
    <dgm:cxn modelId="{B7A39777-0595-4821-BF55-5020128B15A6}" type="presParOf" srcId="{829DB71A-2863-45F3-AEF0-CF9CD31B2CE7}" destId="{16BEEA00-6A51-4D58-9596-1699BD26BB2F}" srcOrd="0" destOrd="0" presId="urn:microsoft.com/office/officeart/2009/3/layout/HorizontalOrganizationChart"/>
    <dgm:cxn modelId="{72AB2877-2E8D-41DB-8A17-375F60E79573}" type="presParOf" srcId="{16BEEA00-6A51-4D58-9596-1699BD26BB2F}" destId="{10AFF593-7722-4F65-9482-F0C70F34E2E3}" srcOrd="0" destOrd="0" presId="urn:microsoft.com/office/officeart/2009/3/layout/HorizontalOrganizationChart"/>
    <dgm:cxn modelId="{CF8A1BE6-5447-47A9-A300-DA96DC82A90F}" type="presParOf" srcId="{16BEEA00-6A51-4D58-9596-1699BD26BB2F}" destId="{199CFB2C-DC5A-408F-BFDB-8402231F58A8}" srcOrd="1" destOrd="0" presId="urn:microsoft.com/office/officeart/2009/3/layout/HorizontalOrganizationChart"/>
    <dgm:cxn modelId="{B318830D-E1E8-4483-A8C0-BD3220CAFFA0}" type="presParOf" srcId="{829DB71A-2863-45F3-AEF0-CF9CD31B2CE7}" destId="{3D590EF6-E3E7-47AD-9499-99CC04B27927}" srcOrd="1" destOrd="0" presId="urn:microsoft.com/office/officeart/2009/3/layout/HorizontalOrganizationChart"/>
    <dgm:cxn modelId="{DB670F17-7E20-42B8-A167-73BBE996A6CB}" type="presParOf" srcId="{829DB71A-2863-45F3-AEF0-CF9CD31B2CE7}" destId="{D8C73B5A-DDC9-45D5-AD04-5A18941F076C}" srcOrd="2" destOrd="0" presId="urn:microsoft.com/office/officeart/2009/3/layout/HorizontalOrganizationChart"/>
    <dgm:cxn modelId="{E4B23302-4F98-4CBD-8E61-B3FEB3E028EF}" type="presParOf" srcId="{4D837EEB-B524-4ECB-BB3F-EFF556A637AF}" destId="{9BDC7465-9FC1-47D7-A3DA-AD3F2EF3D8C7}" srcOrd="4" destOrd="0" presId="urn:microsoft.com/office/officeart/2009/3/layout/HorizontalOrganizationChart"/>
    <dgm:cxn modelId="{DAC6483C-C89C-4C67-963F-11668EE8BFEC}" type="presParOf" srcId="{4D837EEB-B524-4ECB-BB3F-EFF556A637AF}" destId="{20FC9936-52F4-4A83-8DAC-7E7358C4C484}" srcOrd="5" destOrd="0" presId="urn:microsoft.com/office/officeart/2009/3/layout/HorizontalOrganizationChart"/>
    <dgm:cxn modelId="{8039A7F5-855F-4AC4-A40D-6C616DB8E0E7}" type="presParOf" srcId="{20FC9936-52F4-4A83-8DAC-7E7358C4C484}" destId="{F2456E2A-1197-4F0E-A145-04ABED9EF5EA}" srcOrd="0" destOrd="0" presId="urn:microsoft.com/office/officeart/2009/3/layout/HorizontalOrganizationChart"/>
    <dgm:cxn modelId="{3C23A7A0-FE92-428C-952A-623BA23181BA}" type="presParOf" srcId="{F2456E2A-1197-4F0E-A145-04ABED9EF5EA}" destId="{8A4E9FDE-A603-4E98-841D-D21882B24F31}" srcOrd="0" destOrd="0" presId="urn:microsoft.com/office/officeart/2009/3/layout/HorizontalOrganizationChart"/>
    <dgm:cxn modelId="{52CE871C-7465-4ED4-9CD9-CFF1224C4BF5}" type="presParOf" srcId="{F2456E2A-1197-4F0E-A145-04ABED9EF5EA}" destId="{F1A166F8-82D9-4CCE-854A-858F31D12433}" srcOrd="1" destOrd="0" presId="urn:microsoft.com/office/officeart/2009/3/layout/HorizontalOrganizationChart"/>
    <dgm:cxn modelId="{88F82FD3-3CB6-4620-B5E1-B114C5F24890}" type="presParOf" srcId="{20FC9936-52F4-4A83-8DAC-7E7358C4C484}" destId="{C7C5FBE1-B710-4655-B8C6-58A459954151}" srcOrd="1" destOrd="0" presId="urn:microsoft.com/office/officeart/2009/3/layout/HorizontalOrganizationChart"/>
    <dgm:cxn modelId="{8B707416-5BF6-45B4-AD01-C4BCFFBDD515}" type="presParOf" srcId="{20FC9936-52F4-4A83-8DAC-7E7358C4C484}" destId="{F58E352E-DE28-4FC4-B3D8-EB5EFEDBF9CA}" srcOrd="2" destOrd="0" presId="urn:microsoft.com/office/officeart/2009/3/layout/HorizontalOrganizationChart"/>
    <dgm:cxn modelId="{3F5AD808-F79E-4594-9FCA-4CA8E4132A4B}" type="presParOf" srcId="{AE24EA4E-6FDA-47DF-9F33-A8BB57EB8053}" destId="{D5BBD034-A294-4720-AC3B-9EFF9E6C7C4D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F413EF-B69A-44AD-BEF5-269A53317A58}" type="doc">
      <dgm:prSet loTypeId="urn:microsoft.com/office/officeart/2005/8/layout/orgChart1" loCatId="hierarchy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72C598DC-11CA-438A-B8B6-E60E37C35F7E}">
      <dgm:prSet phldrT="[Text]" custT="1"/>
      <dgm:spPr/>
      <dgm:t>
        <a:bodyPr/>
        <a:lstStyle/>
        <a:p>
          <a:r>
            <a:rPr lang="en-US" sz="1800" dirty="0"/>
            <a:t>Arrays methods</a:t>
          </a:r>
          <a:endParaRPr lang="en-IN" sz="1800" dirty="0"/>
        </a:p>
      </dgm:t>
    </dgm:pt>
    <dgm:pt modelId="{A957853F-88FE-4066-A418-8B15330AFBB0}" type="parTrans" cxnId="{2B5133C3-A1DF-422F-B18D-4ACEB21E0AA6}">
      <dgm:prSet/>
      <dgm:spPr/>
      <dgm:t>
        <a:bodyPr/>
        <a:lstStyle/>
        <a:p>
          <a:endParaRPr lang="en-IN" sz="1800"/>
        </a:p>
      </dgm:t>
    </dgm:pt>
    <dgm:pt modelId="{A2F703D2-5124-4271-8D73-94078BD159FD}" type="sibTrans" cxnId="{2B5133C3-A1DF-422F-B18D-4ACEB21E0AA6}">
      <dgm:prSet/>
      <dgm:spPr/>
      <dgm:t>
        <a:bodyPr/>
        <a:lstStyle/>
        <a:p>
          <a:endParaRPr lang="en-IN" sz="1800"/>
        </a:p>
      </dgm:t>
    </dgm:pt>
    <dgm:pt modelId="{D16BF195-C66B-4DA5-9DCC-7F969DAEBC7C}">
      <dgm:prSet custT="1"/>
      <dgm:spPr/>
      <dgm:t>
        <a:bodyPr/>
        <a:lstStyle/>
        <a:p>
          <a:r>
            <a:rPr lang="en-IN" sz="1800" b="0" i="0" dirty="0"/>
            <a:t>Get</a:t>
          </a:r>
          <a:endParaRPr lang="en-IN" sz="1800" dirty="0"/>
        </a:p>
      </dgm:t>
    </dgm:pt>
    <dgm:pt modelId="{7DFC241E-6F0C-41DE-92D0-D822A9B34475}" type="parTrans" cxnId="{67F7F149-6999-4B45-9340-1B287AFA68D3}">
      <dgm:prSet custT="1"/>
      <dgm:spPr/>
      <dgm:t>
        <a:bodyPr/>
        <a:lstStyle/>
        <a:p>
          <a:endParaRPr lang="en-IN" sz="1800"/>
        </a:p>
      </dgm:t>
    </dgm:pt>
    <dgm:pt modelId="{9D53E789-899F-49B5-80E9-C819758E897D}" type="sibTrans" cxnId="{67F7F149-6999-4B45-9340-1B287AFA68D3}">
      <dgm:prSet/>
      <dgm:spPr/>
      <dgm:t>
        <a:bodyPr/>
        <a:lstStyle/>
        <a:p>
          <a:endParaRPr lang="en-IN" sz="1800"/>
        </a:p>
      </dgm:t>
    </dgm:pt>
    <dgm:pt modelId="{24E7C279-788B-4758-8209-A553242DC8D9}">
      <dgm:prSet custT="1"/>
      <dgm:spPr/>
      <dgm:t>
        <a:bodyPr/>
        <a:lstStyle/>
        <a:p>
          <a:r>
            <a:rPr lang="en-IN" sz="1800" b="0" i="0" dirty="0"/>
            <a:t>Add</a:t>
          </a:r>
          <a:endParaRPr lang="en-IN" sz="1800" dirty="0"/>
        </a:p>
      </dgm:t>
    </dgm:pt>
    <dgm:pt modelId="{818C07ED-BCBA-41EA-8ED5-1569C2B0460F}" type="parTrans" cxnId="{BD8663BB-7C8E-4782-9C89-4FC34CA3E012}">
      <dgm:prSet custT="1"/>
      <dgm:spPr/>
      <dgm:t>
        <a:bodyPr/>
        <a:lstStyle/>
        <a:p>
          <a:endParaRPr lang="en-IN" sz="1800"/>
        </a:p>
      </dgm:t>
    </dgm:pt>
    <dgm:pt modelId="{31C810B6-3113-477A-90A8-016C7E52E0AA}" type="sibTrans" cxnId="{BD8663BB-7C8E-4782-9C89-4FC34CA3E012}">
      <dgm:prSet/>
      <dgm:spPr/>
      <dgm:t>
        <a:bodyPr/>
        <a:lstStyle/>
        <a:p>
          <a:endParaRPr lang="en-IN" sz="1800"/>
        </a:p>
      </dgm:t>
    </dgm:pt>
    <dgm:pt modelId="{1C2A0C06-AC04-49A4-AC08-1BC860A23151}">
      <dgm:prSet custT="1"/>
      <dgm:spPr/>
      <dgm:t>
        <a:bodyPr/>
        <a:lstStyle/>
        <a:p>
          <a:r>
            <a:rPr lang="en-IN" sz="1800" b="0" i="0" dirty="0"/>
            <a:t>Remove</a:t>
          </a:r>
          <a:endParaRPr lang="en-IN" sz="1800" dirty="0"/>
        </a:p>
      </dgm:t>
    </dgm:pt>
    <dgm:pt modelId="{DA026AA3-D0F4-4A09-AB66-0D1E4C84272B}" type="parTrans" cxnId="{6AC2C4E7-6672-440C-AEAD-47B06B38FFB1}">
      <dgm:prSet custT="1"/>
      <dgm:spPr/>
      <dgm:t>
        <a:bodyPr/>
        <a:lstStyle/>
        <a:p>
          <a:endParaRPr lang="en-IN" sz="1800"/>
        </a:p>
      </dgm:t>
    </dgm:pt>
    <dgm:pt modelId="{09FCCE2B-D208-4207-B5C2-26AD5D411F34}" type="sibTrans" cxnId="{6AC2C4E7-6672-440C-AEAD-47B06B38FFB1}">
      <dgm:prSet/>
      <dgm:spPr/>
      <dgm:t>
        <a:bodyPr/>
        <a:lstStyle/>
        <a:p>
          <a:endParaRPr lang="en-IN" sz="1800"/>
        </a:p>
      </dgm:t>
    </dgm:pt>
    <dgm:pt modelId="{FC73A19D-8314-4219-AFCF-34D49909E5E7}">
      <dgm:prSet custT="1"/>
      <dgm:spPr/>
      <dgm:t>
        <a:bodyPr/>
        <a:lstStyle/>
        <a:p>
          <a:r>
            <a:rPr lang="en-US" sz="1800" dirty="0"/>
            <a:t>Modify</a:t>
          </a:r>
          <a:endParaRPr lang="en-IN" sz="1800" dirty="0"/>
        </a:p>
      </dgm:t>
    </dgm:pt>
    <dgm:pt modelId="{AA0513BE-B3FB-4A12-B657-3F9B9F557361}" type="parTrans" cxnId="{BC362B0B-1BBB-4743-A1F4-434BFEECC1BE}">
      <dgm:prSet custT="1"/>
      <dgm:spPr/>
      <dgm:t>
        <a:bodyPr/>
        <a:lstStyle/>
        <a:p>
          <a:endParaRPr lang="en-IN" sz="1800"/>
        </a:p>
      </dgm:t>
    </dgm:pt>
    <dgm:pt modelId="{E3FE649B-F2C6-465C-9432-A2D135D1A426}" type="sibTrans" cxnId="{BC362B0B-1BBB-4743-A1F4-434BFEECC1BE}">
      <dgm:prSet/>
      <dgm:spPr/>
      <dgm:t>
        <a:bodyPr/>
        <a:lstStyle/>
        <a:p>
          <a:endParaRPr lang="en-IN" sz="1800"/>
        </a:p>
      </dgm:t>
    </dgm:pt>
    <dgm:pt modelId="{098DAF9F-DFF0-4C8E-8385-1A6CF494D63B}">
      <dgm:prSet custT="1"/>
      <dgm:spPr/>
      <dgm:t>
        <a:bodyPr/>
        <a:lstStyle/>
        <a:p>
          <a:r>
            <a:rPr lang="en-US" sz="1800" dirty="0"/>
            <a:t>push()</a:t>
          </a:r>
          <a:endParaRPr lang="en-IN" sz="1800" dirty="0"/>
        </a:p>
      </dgm:t>
    </dgm:pt>
    <dgm:pt modelId="{0B00AD25-BEDC-4C81-8A16-2FC670CD2413}" type="parTrans" cxnId="{C0FDE29A-1373-4A50-8D52-3CC3528B02FE}">
      <dgm:prSet custT="1"/>
      <dgm:spPr/>
      <dgm:t>
        <a:bodyPr/>
        <a:lstStyle/>
        <a:p>
          <a:endParaRPr lang="en-IN" sz="1800"/>
        </a:p>
      </dgm:t>
    </dgm:pt>
    <dgm:pt modelId="{E52686A5-4FBF-4716-9B19-99D6B47D339B}" type="sibTrans" cxnId="{C0FDE29A-1373-4A50-8D52-3CC3528B02FE}">
      <dgm:prSet/>
      <dgm:spPr/>
      <dgm:t>
        <a:bodyPr/>
        <a:lstStyle/>
        <a:p>
          <a:endParaRPr lang="en-IN" sz="1800"/>
        </a:p>
      </dgm:t>
    </dgm:pt>
    <dgm:pt modelId="{AB823CA9-2551-431F-8DE2-13BCE83EEC99}">
      <dgm:prSet custT="1"/>
      <dgm:spPr/>
      <dgm:t>
        <a:bodyPr/>
        <a:lstStyle/>
        <a:p>
          <a:r>
            <a:rPr lang="en-IN" sz="1800" b="0" i="0" dirty="0" err="1"/>
            <a:t>concat</a:t>
          </a:r>
          <a:r>
            <a:rPr lang="en-US" sz="1800" dirty="0"/>
            <a:t>()</a:t>
          </a:r>
          <a:endParaRPr lang="en-IN" sz="1800" dirty="0"/>
        </a:p>
      </dgm:t>
    </dgm:pt>
    <dgm:pt modelId="{7B675321-01EA-468D-995D-240E0CAADE52}" type="parTrans" cxnId="{899B99DC-E06B-4075-A867-0BDFAC020261}">
      <dgm:prSet custT="1"/>
      <dgm:spPr/>
      <dgm:t>
        <a:bodyPr/>
        <a:lstStyle/>
        <a:p>
          <a:endParaRPr lang="en-IN" sz="1800"/>
        </a:p>
      </dgm:t>
    </dgm:pt>
    <dgm:pt modelId="{E60811BE-8BB8-4C1E-ACD7-C7A37926DB90}" type="sibTrans" cxnId="{899B99DC-E06B-4075-A867-0BDFAC020261}">
      <dgm:prSet/>
      <dgm:spPr/>
      <dgm:t>
        <a:bodyPr/>
        <a:lstStyle/>
        <a:p>
          <a:endParaRPr lang="en-IN" sz="1800"/>
        </a:p>
      </dgm:t>
    </dgm:pt>
    <dgm:pt modelId="{F0DD00CB-F210-40FF-9705-408D6696FC68}">
      <dgm:prSet custT="1"/>
      <dgm:spPr/>
      <dgm:t>
        <a:bodyPr/>
        <a:lstStyle/>
        <a:p>
          <a:r>
            <a:rPr lang="en-US" sz="1800" dirty="0"/>
            <a:t>pop()</a:t>
          </a:r>
          <a:endParaRPr lang="en-IN" sz="1800" dirty="0"/>
        </a:p>
      </dgm:t>
    </dgm:pt>
    <dgm:pt modelId="{C872ADC4-3543-4EAC-B235-381C49CB2448}" type="parTrans" cxnId="{77285D13-68D2-46E7-AFA5-713CBCFA6D3F}">
      <dgm:prSet custT="1"/>
      <dgm:spPr/>
      <dgm:t>
        <a:bodyPr/>
        <a:lstStyle/>
        <a:p>
          <a:endParaRPr lang="en-IN" sz="1800"/>
        </a:p>
      </dgm:t>
    </dgm:pt>
    <dgm:pt modelId="{38188B79-DF47-48CF-B191-AAED10376954}" type="sibTrans" cxnId="{77285D13-68D2-46E7-AFA5-713CBCFA6D3F}">
      <dgm:prSet/>
      <dgm:spPr/>
      <dgm:t>
        <a:bodyPr/>
        <a:lstStyle/>
        <a:p>
          <a:endParaRPr lang="en-IN" sz="1800"/>
        </a:p>
      </dgm:t>
    </dgm:pt>
    <dgm:pt modelId="{499BF3FB-5736-498A-BD76-FBD888B1C3A2}">
      <dgm:prSet custT="1"/>
      <dgm:spPr/>
      <dgm:t>
        <a:bodyPr/>
        <a:lstStyle/>
        <a:p>
          <a:r>
            <a:rPr lang="en-US" sz="1800" dirty="0"/>
            <a:t>shift()</a:t>
          </a:r>
          <a:endParaRPr lang="en-IN" sz="1800" dirty="0"/>
        </a:p>
      </dgm:t>
    </dgm:pt>
    <dgm:pt modelId="{715281D0-B528-42FB-8B28-2643DAD53A63}" type="parTrans" cxnId="{2EF0EB23-FD7D-4A78-8485-8913E218B736}">
      <dgm:prSet custT="1"/>
      <dgm:spPr/>
      <dgm:t>
        <a:bodyPr/>
        <a:lstStyle/>
        <a:p>
          <a:endParaRPr lang="en-IN" sz="1800"/>
        </a:p>
      </dgm:t>
    </dgm:pt>
    <dgm:pt modelId="{44698D57-4F8E-4917-8F3A-68A816A17865}" type="sibTrans" cxnId="{2EF0EB23-FD7D-4A78-8485-8913E218B736}">
      <dgm:prSet/>
      <dgm:spPr/>
      <dgm:t>
        <a:bodyPr/>
        <a:lstStyle/>
        <a:p>
          <a:endParaRPr lang="en-IN" sz="1800"/>
        </a:p>
      </dgm:t>
    </dgm:pt>
    <dgm:pt modelId="{72CDC412-F388-47A7-8E57-0CCE07301174}">
      <dgm:prSet custT="1"/>
      <dgm:spPr/>
      <dgm:t>
        <a:bodyPr/>
        <a:lstStyle/>
        <a:p>
          <a:r>
            <a:rPr lang="en-US" sz="1800" dirty="0"/>
            <a:t>splice()</a:t>
          </a:r>
          <a:endParaRPr lang="en-IN" sz="1800" dirty="0"/>
        </a:p>
      </dgm:t>
    </dgm:pt>
    <dgm:pt modelId="{34541C07-4F28-434B-8B8B-7DC1FB0CD873}" type="parTrans" cxnId="{F08A2C46-BB8A-48E7-8788-ADBDBABF6079}">
      <dgm:prSet custT="1"/>
      <dgm:spPr/>
      <dgm:t>
        <a:bodyPr/>
        <a:lstStyle/>
        <a:p>
          <a:endParaRPr lang="en-IN" sz="1800"/>
        </a:p>
      </dgm:t>
    </dgm:pt>
    <dgm:pt modelId="{4E852152-047B-46D9-B98B-A01D258C9519}" type="sibTrans" cxnId="{F08A2C46-BB8A-48E7-8788-ADBDBABF6079}">
      <dgm:prSet/>
      <dgm:spPr/>
      <dgm:t>
        <a:bodyPr/>
        <a:lstStyle/>
        <a:p>
          <a:endParaRPr lang="en-IN" sz="1800"/>
        </a:p>
      </dgm:t>
    </dgm:pt>
    <dgm:pt modelId="{FC5A0701-300E-4F7F-9AA3-37404EE8186A}">
      <dgm:prSet custT="1"/>
      <dgm:spPr/>
      <dgm:t>
        <a:bodyPr/>
        <a:lstStyle/>
        <a:p>
          <a:r>
            <a:rPr lang="en-US" sz="1800" dirty="0" err="1"/>
            <a:t>indexOf</a:t>
          </a:r>
          <a:r>
            <a:rPr lang="en-US" sz="1800" dirty="0"/>
            <a:t>()</a:t>
          </a:r>
          <a:endParaRPr lang="en-IN" sz="1800" dirty="0"/>
        </a:p>
      </dgm:t>
    </dgm:pt>
    <dgm:pt modelId="{DFBE7ABA-619E-4205-86D9-74D2B79BF77B}" type="parTrans" cxnId="{F33518E6-CCEF-426B-9FBF-C63FFF78544F}">
      <dgm:prSet/>
      <dgm:spPr/>
      <dgm:t>
        <a:bodyPr/>
        <a:lstStyle/>
        <a:p>
          <a:endParaRPr lang="en-IN" sz="1800"/>
        </a:p>
      </dgm:t>
    </dgm:pt>
    <dgm:pt modelId="{D003E17B-B1D5-481D-93BB-A2B882326CE9}" type="sibTrans" cxnId="{F33518E6-CCEF-426B-9FBF-C63FFF78544F}">
      <dgm:prSet/>
      <dgm:spPr/>
      <dgm:t>
        <a:bodyPr/>
        <a:lstStyle/>
        <a:p>
          <a:endParaRPr lang="en-IN" sz="1800"/>
        </a:p>
      </dgm:t>
    </dgm:pt>
    <dgm:pt modelId="{72BBA921-1755-4D6F-B2A0-23ABE1B61C0F}">
      <dgm:prSet custT="1"/>
      <dgm:spPr/>
      <dgm:t>
        <a:bodyPr/>
        <a:lstStyle/>
        <a:p>
          <a:r>
            <a:rPr lang="en-US" sz="1800" dirty="0"/>
            <a:t>find()</a:t>
          </a:r>
          <a:endParaRPr lang="en-IN" sz="1800" dirty="0"/>
        </a:p>
      </dgm:t>
    </dgm:pt>
    <dgm:pt modelId="{BA80A99C-F862-427B-83CE-ED7891F1CAA8}" type="parTrans" cxnId="{7F781531-024D-4659-8EE0-62F4CB98C7CB}">
      <dgm:prSet/>
      <dgm:spPr/>
      <dgm:t>
        <a:bodyPr/>
        <a:lstStyle/>
        <a:p>
          <a:endParaRPr lang="en-IN" sz="1800"/>
        </a:p>
      </dgm:t>
    </dgm:pt>
    <dgm:pt modelId="{2E282215-E50E-4AA6-ABF1-B909F33D91CA}" type="sibTrans" cxnId="{7F781531-024D-4659-8EE0-62F4CB98C7CB}">
      <dgm:prSet/>
      <dgm:spPr/>
      <dgm:t>
        <a:bodyPr/>
        <a:lstStyle/>
        <a:p>
          <a:endParaRPr lang="en-IN" sz="1800"/>
        </a:p>
      </dgm:t>
    </dgm:pt>
    <dgm:pt modelId="{2BF6ED77-A88A-4ABB-B788-9DB6A4FFC509}">
      <dgm:prSet custT="1"/>
      <dgm:spPr/>
      <dgm:t>
        <a:bodyPr/>
        <a:lstStyle/>
        <a:p>
          <a:r>
            <a:rPr lang="en-US" sz="1800" dirty="0"/>
            <a:t>filter()</a:t>
          </a:r>
          <a:endParaRPr lang="en-IN" sz="1800" dirty="0"/>
        </a:p>
      </dgm:t>
    </dgm:pt>
    <dgm:pt modelId="{F7F98BE1-10A1-4BEA-AFBE-05CB6C6DF0EA}" type="parTrans" cxnId="{7D2328E2-B4BB-4013-A606-7E654D40148A}">
      <dgm:prSet/>
      <dgm:spPr/>
      <dgm:t>
        <a:bodyPr/>
        <a:lstStyle/>
        <a:p>
          <a:endParaRPr lang="en-IN" sz="1800"/>
        </a:p>
      </dgm:t>
    </dgm:pt>
    <dgm:pt modelId="{50A7B357-6A77-4CF7-949E-8D42B51ED7D5}" type="sibTrans" cxnId="{7D2328E2-B4BB-4013-A606-7E654D40148A}">
      <dgm:prSet/>
      <dgm:spPr/>
      <dgm:t>
        <a:bodyPr/>
        <a:lstStyle/>
        <a:p>
          <a:endParaRPr lang="en-IN" sz="1800"/>
        </a:p>
      </dgm:t>
    </dgm:pt>
    <dgm:pt modelId="{098BBF8C-2DC3-435D-B805-A901135CC67C}">
      <dgm:prSet custT="1"/>
      <dgm:spPr/>
      <dgm:t>
        <a:bodyPr/>
        <a:lstStyle/>
        <a:p>
          <a:r>
            <a:rPr lang="en-US" sz="1800" dirty="0"/>
            <a:t>Slice()</a:t>
          </a:r>
          <a:endParaRPr lang="en-IN" sz="1800" dirty="0"/>
        </a:p>
      </dgm:t>
    </dgm:pt>
    <dgm:pt modelId="{7716046D-55D4-452E-8F20-D64FF960C9B3}" type="parTrans" cxnId="{65CD73EE-18B5-4726-AF1C-FD1335C9B340}">
      <dgm:prSet/>
      <dgm:spPr/>
      <dgm:t>
        <a:bodyPr/>
        <a:lstStyle/>
        <a:p>
          <a:endParaRPr lang="en-IN" sz="1800"/>
        </a:p>
      </dgm:t>
    </dgm:pt>
    <dgm:pt modelId="{0EC9BC9B-C65B-46BD-87F7-70467B3C1418}" type="sibTrans" cxnId="{65CD73EE-18B5-4726-AF1C-FD1335C9B340}">
      <dgm:prSet/>
      <dgm:spPr/>
      <dgm:t>
        <a:bodyPr/>
        <a:lstStyle/>
        <a:p>
          <a:endParaRPr lang="en-IN" sz="1800"/>
        </a:p>
      </dgm:t>
    </dgm:pt>
    <dgm:pt modelId="{F2EE8832-4355-4BC9-8D43-9284A2718554}">
      <dgm:prSet custT="1"/>
      <dgm:spPr/>
      <dgm:t>
        <a:bodyPr/>
        <a:lstStyle/>
        <a:p>
          <a:r>
            <a:rPr lang="en-US" sz="1800" dirty="0"/>
            <a:t>Others</a:t>
          </a:r>
          <a:endParaRPr lang="en-IN" sz="1800" dirty="0"/>
        </a:p>
      </dgm:t>
    </dgm:pt>
    <dgm:pt modelId="{34B7FDE8-8522-4B1F-961F-EBFE9DFFB0BA}" type="parTrans" cxnId="{7E5B8EB1-6FD6-49EA-A63B-FAE37F6B0E97}">
      <dgm:prSet/>
      <dgm:spPr/>
      <dgm:t>
        <a:bodyPr/>
        <a:lstStyle/>
        <a:p>
          <a:endParaRPr lang="en-IN" sz="1800"/>
        </a:p>
      </dgm:t>
    </dgm:pt>
    <dgm:pt modelId="{D2B6AD9F-5649-45E7-BB95-DD5706D6F881}" type="sibTrans" cxnId="{7E5B8EB1-6FD6-49EA-A63B-FAE37F6B0E97}">
      <dgm:prSet/>
      <dgm:spPr/>
      <dgm:t>
        <a:bodyPr/>
        <a:lstStyle/>
        <a:p>
          <a:endParaRPr lang="en-IN" sz="1800"/>
        </a:p>
      </dgm:t>
    </dgm:pt>
    <dgm:pt modelId="{40AD475A-EDD0-4309-8D4E-4C56D85B6056}">
      <dgm:prSet custT="1"/>
      <dgm:spPr/>
      <dgm:t>
        <a:bodyPr/>
        <a:lstStyle/>
        <a:p>
          <a:r>
            <a:rPr lang="en-IN" sz="1800" b="0" i="0" dirty="0"/>
            <a:t>map()</a:t>
          </a:r>
          <a:endParaRPr lang="en-IN" sz="1800" dirty="0"/>
        </a:p>
      </dgm:t>
    </dgm:pt>
    <dgm:pt modelId="{862CDA32-16A7-49B9-9A28-6EF2498063B5}" type="parTrans" cxnId="{2D60466A-DC5B-41D5-95C7-06B6C3A30211}">
      <dgm:prSet/>
      <dgm:spPr/>
      <dgm:t>
        <a:bodyPr/>
        <a:lstStyle/>
        <a:p>
          <a:endParaRPr lang="en-IN" sz="1800"/>
        </a:p>
      </dgm:t>
    </dgm:pt>
    <dgm:pt modelId="{7014AA51-8706-4AAC-AA38-A0D2A7E6028E}" type="sibTrans" cxnId="{2D60466A-DC5B-41D5-95C7-06B6C3A30211}">
      <dgm:prSet/>
      <dgm:spPr/>
      <dgm:t>
        <a:bodyPr/>
        <a:lstStyle/>
        <a:p>
          <a:endParaRPr lang="en-IN" sz="1800"/>
        </a:p>
      </dgm:t>
    </dgm:pt>
    <dgm:pt modelId="{D3AFD30E-A3C4-4B7E-97D3-1BEE8F5B5905}">
      <dgm:prSet custT="1"/>
      <dgm:spPr/>
      <dgm:t>
        <a:bodyPr/>
        <a:lstStyle/>
        <a:p>
          <a:r>
            <a:rPr lang="en-US" sz="1800" dirty="0" err="1"/>
            <a:t>forEach</a:t>
          </a:r>
          <a:r>
            <a:rPr lang="en-US" sz="1800" dirty="0"/>
            <a:t>()</a:t>
          </a:r>
          <a:endParaRPr lang="en-IN" sz="1800" dirty="0"/>
        </a:p>
      </dgm:t>
    </dgm:pt>
    <dgm:pt modelId="{8BCFE537-33DD-4EFB-A699-136DF879429F}" type="parTrans" cxnId="{00EB0C18-D906-4DA0-91C1-90347D70931B}">
      <dgm:prSet/>
      <dgm:spPr/>
      <dgm:t>
        <a:bodyPr/>
        <a:lstStyle/>
        <a:p>
          <a:endParaRPr lang="en-IN" sz="1800"/>
        </a:p>
      </dgm:t>
    </dgm:pt>
    <dgm:pt modelId="{93539EFC-1052-4B7C-BFE2-94C041195BCA}" type="sibTrans" cxnId="{00EB0C18-D906-4DA0-91C1-90347D70931B}">
      <dgm:prSet/>
      <dgm:spPr/>
      <dgm:t>
        <a:bodyPr/>
        <a:lstStyle/>
        <a:p>
          <a:endParaRPr lang="en-IN" sz="1800"/>
        </a:p>
      </dgm:t>
    </dgm:pt>
    <dgm:pt modelId="{EC30E44B-9F61-461F-94EF-B77A848B6370}">
      <dgm:prSet custT="1"/>
      <dgm:spPr/>
      <dgm:t>
        <a:bodyPr/>
        <a:lstStyle/>
        <a:p>
          <a:r>
            <a:rPr lang="en-US" sz="1800" dirty="0"/>
            <a:t>join()</a:t>
          </a:r>
          <a:endParaRPr lang="en-IN" sz="1800" dirty="0"/>
        </a:p>
      </dgm:t>
    </dgm:pt>
    <dgm:pt modelId="{22B96CDD-DA1A-402F-A9E3-9BDE6C3FF5DB}" type="parTrans" cxnId="{0BDAC518-55CB-4144-ADB8-3A2B47F1880D}">
      <dgm:prSet/>
      <dgm:spPr/>
      <dgm:t>
        <a:bodyPr/>
        <a:lstStyle/>
        <a:p>
          <a:endParaRPr lang="en-IN" sz="1800"/>
        </a:p>
      </dgm:t>
    </dgm:pt>
    <dgm:pt modelId="{CEAD5924-4BC9-4BA5-81EE-28BB87FCCB63}" type="sibTrans" cxnId="{0BDAC518-55CB-4144-ADB8-3A2B47F1880D}">
      <dgm:prSet/>
      <dgm:spPr/>
      <dgm:t>
        <a:bodyPr/>
        <a:lstStyle/>
        <a:p>
          <a:endParaRPr lang="en-IN" sz="1800"/>
        </a:p>
      </dgm:t>
    </dgm:pt>
    <dgm:pt modelId="{DF5BEA9E-5F23-43C5-8A69-AD0EB87ED0C8}">
      <dgm:prSet custT="1"/>
      <dgm:spPr/>
      <dgm:t>
        <a:bodyPr/>
        <a:lstStyle/>
        <a:p>
          <a:r>
            <a:rPr lang="en-US" sz="1800" dirty="0"/>
            <a:t>length</a:t>
          </a:r>
          <a:endParaRPr lang="en-IN" sz="1800" dirty="0"/>
        </a:p>
      </dgm:t>
    </dgm:pt>
    <dgm:pt modelId="{68491212-59C9-44E6-8C4B-6D826671917F}" type="parTrans" cxnId="{31F3B13D-6A0F-4CC3-991C-58EBD6AD787E}">
      <dgm:prSet/>
      <dgm:spPr/>
      <dgm:t>
        <a:bodyPr/>
        <a:lstStyle/>
        <a:p>
          <a:endParaRPr lang="en-IN" sz="1800"/>
        </a:p>
      </dgm:t>
    </dgm:pt>
    <dgm:pt modelId="{AED42734-038D-4BFC-8A64-59FB71FAE207}" type="sibTrans" cxnId="{31F3B13D-6A0F-4CC3-991C-58EBD6AD787E}">
      <dgm:prSet/>
      <dgm:spPr/>
      <dgm:t>
        <a:bodyPr/>
        <a:lstStyle/>
        <a:p>
          <a:endParaRPr lang="en-IN" sz="1800"/>
        </a:p>
      </dgm:t>
    </dgm:pt>
    <dgm:pt modelId="{8A44A411-57FF-41AC-B51A-109571A71A9C}">
      <dgm:prSet custT="1"/>
      <dgm:spPr/>
      <dgm:t>
        <a:bodyPr/>
        <a:lstStyle/>
        <a:p>
          <a:r>
            <a:rPr lang="en-US" sz="1800" dirty="0"/>
            <a:t>sort()</a:t>
          </a:r>
          <a:endParaRPr lang="en-IN" sz="1800" dirty="0"/>
        </a:p>
      </dgm:t>
    </dgm:pt>
    <dgm:pt modelId="{31A17BF6-DE28-4913-83DD-23A40720A6ED}" type="parTrans" cxnId="{80A081E9-EA44-49A6-953B-F526E53F7F32}">
      <dgm:prSet/>
      <dgm:spPr/>
      <dgm:t>
        <a:bodyPr/>
        <a:lstStyle/>
        <a:p>
          <a:endParaRPr lang="en-IN" sz="1800"/>
        </a:p>
      </dgm:t>
    </dgm:pt>
    <dgm:pt modelId="{7483FE6E-41DB-4E29-83E8-08EA49678A01}" type="sibTrans" cxnId="{80A081E9-EA44-49A6-953B-F526E53F7F32}">
      <dgm:prSet/>
      <dgm:spPr/>
      <dgm:t>
        <a:bodyPr/>
        <a:lstStyle/>
        <a:p>
          <a:endParaRPr lang="en-IN" sz="1800"/>
        </a:p>
      </dgm:t>
    </dgm:pt>
    <dgm:pt modelId="{67BA4809-D397-42B8-B0F6-4BAD7EAD01A1}">
      <dgm:prSet custT="1"/>
      <dgm:spPr/>
      <dgm:t>
        <a:bodyPr/>
        <a:lstStyle/>
        <a:p>
          <a:r>
            <a:rPr lang="en-US" sz="1800" dirty="0"/>
            <a:t>reverse()</a:t>
          </a:r>
          <a:endParaRPr lang="en-IN" sz="1800" dirty="0"/>
        </a:p>
      </dgm:t>
    </dgm:pt>
    <dgm:pt modelId="{E21B567F-705F-49F4-95C8-E45A7CB6D2A9}" type="parTrans" cxnId="{27A74C54-3AD2-418F-9B7F-524AB9D1597E}">
      <dgm:prSet/>
      <dgm:spPr/>
      <dgm:t>
        <a:bodyPr/>
        <a:lstStyle/>
        <a:p>
          <a:endParaRPr lang="en-IN" sz="1800"/>
        </a:p>
      </dgm:t>
    </dgm:pt>
    <dgm:pt modelId="{4048F378-594C-423F-A030-3F1AC75E5BB0}" type="sibTrans" cxnId="{27A74C54-3AD2-418F-9B7F-524AB9D1597E}">
      <dgm:prSet/>
      <dgm:spPr/>
      <dgm:t>
        <a:bodyPr/>
        <a:lstStyle/>
        <a:p>
          <a:endParaRPr lang="en-IN" sz="1800"/>
        </a:p>
      </dgm:t>
    </dgm:pt>
    <dgm:pt modelId="{2132501D-A011-4BAC-9B76-AE70FFE286C7}">
      <dgm:prSet custT="1"/>
      <dgm:spPr/>
      <dgm:t>
        <a:bodyPr/>
        <a:lstStyle/>
        <a:p>
          <a:r>
            <a:rPr lang="en-US" sz="1800" dirty="0"/>
            <a:t>reduce()</a:t>
          </a:r>
          <a:endParaRPr lang="en-IN" sz="1800" dirty="0"/>
        </a:p>
      </dgm:t>
    </dgm:pt>
    <dgm:pt modelId="{DCDA5BA7-9AAB-4D8A-8297-9C48FAF13228}" type="parTrans" cxnId="{BEE68E9C-C01D-46F0-95FE-9CBF1DE7D29A}">
      <dgm:prSet/>
      <dgm:spPr/>
      <dgm:t>
        <a:bodyPr/>
        <a:lstStyle/>
        <a:p>
          <a:endParaRPr lang="en-IN" sz="1800"/>
        </a:p>
      </dgm:t>
    </dgm:pt>
    <dgm:pt modelId="{CA68A8FD-3540-4E92-9D2D-34CAA1E648C8}" type="sibTrans" cxnId="{BEE68E9C-C01D-46F0-95FE-9CBF1DE7D29A}">
      <dgm:prSet/>
      <dgm:spPr/>
      <dgm:t>
        <a:bodyPr/>
        <a:lstStyle/>
        <a:p>
          <a:endParaRPr lang="en-IN" sz="1800"/>
        </a:p>
      </dgm:t>
    </dgm:pt>
    <dgm:pt modelId="{5455D01F-A73E-419D-9610-95AEA0EF543E}">
      <dgm:prSet custT="1"/>
      <dgm:spPr/>
      <dgm:t>
        <a:bodyPr/>
        <a:lstStyle/>
        <a:p>
          <a:r>
            <a:rPr lang="en-US" sz="1800" dirty="0"/>
            <a:t>some()</a:t>
          </a:r>
          <a:endParaRPr lang="en-IN" sz="1800" dirty="0"/>
        </a:p>
      </dgm:t>
    </dgm:pt>
    <dgm:pt modelId="{3766371D-FD30-4619-872B-ADDBAD7481B0}" type="parTrans" cxnId="{E6220229-BD71-4B0E-8939-15EFF49B1FD4}">
      <dgm:prSet/>
      <dgm:spPr/>
      <dgm:t>
        <a:bodyPr/>
        <a:lstStyle/>
        <a:p>
          <a:endParaRPr lang="en-IN" sz="1800"/>
        </a:p>
      </dgm:t>
    </dgm:pt>
    <dgm:pt modelId="{BECE2DDC-4F07-4067-A347-B81CD1CF071F}" type="sibTrans" cxnId="{E6220229-BD71-4B0E-8939-15EFF49B1FD4}">
      <dgm:prSet/>
      <dgm:spPr/>
      <dgm:t>
        <a:bodyPr/>
        <a:lstStyle/>
        <a:p>
          <a:endParaRPr lang="en-IN" sz="1800"/>
        </a:p>
      </dgm:t>
    </dgm:pt>
    <dgm:pt modelId="{A7B09EAF-B329-4EF3-A025-B9C49DBAB4B8}">
      <dgm:prSet custT="1"/>
      <dgm:spPr/>
      <dgm:t>
        <a:bodyPr/>
        <a:lstStyle/>
        <a:p>
          <a:r>
            <a:rPr lang="en-US" sz="1800" dirty="0"/>
            <a:t>every()</a:t>
          </a:r>
          <a:endParaRPr lang="en-IN" sz="1800" dirty="0"/>
        </a:p>
      </dgm:t>
    </dgm:pt>
    <dgm:pt modelId="{FA6081E3-9B26-4607-BEFB-5ABD5CA04829}" type="parTrans" cxnId="{5C783312-63F9-429C-AB2D-E14510FDE484}">
      <dgm:prSet/>
      <dgm:spPr/>
      <dgm:t>
        <a:bodyPr/>
        <a:lstStyle/>
        <a:p>
          <a:endParaRPr lang="en-IN" sz="1800"/>
        </a:p>
      </dgm:t>
    </dgm:pt>
    <dgm:pt modelId="{4401A260-46DD-4F90-98D9-447E6A24E309}" type="sibTrans" cxnId="{5C783312-63F9-429C-AB2D-E14510FDE484}">
      <dgm:prSet/>
      <dgm:spPr/>
      <dgm:t>
        <a:bodyPr/>
        <a:lstStyle/>
        <a:p>
          <a:endParaRPr lang="en-IN" sz="1800"/>
        </a:p>
      </dgm:t>
    </dgm:pt>
    <dgm:pt modelId="{E7423A30-5807-43A5-A819-88610A3B2253}" type="pres">
      <dgm:prSet presAssocID="{E8F413EF-B69A-44AD-BEF5-269A53317A5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1F23884-21A7-4094-AFFC-EE976343A561}" type="pres">
      <dgm:prSet presAssocID="{72C598DC-11CA-438A-B8B6-E60E37C35F7E}" presName="hierRoot1" presStyleCnt="0">
        <dgm:presLayoutVars>
          <dgm:hierBranch val="init"/>
        </dgm:presLayoutVars>
      </dgm:prSet>
      <dgm:spPr/>
    </dgm:pt>
    <dgm:pt modelId="{DBDAD83E-EB1A-4B93-9A6C-AA99C4B2EF64}" type="pres">
      <dgm:prSet presAssocID="{72C598DC-11CA-438A-B8B6-E60E37C35F7E}" presName="rootComposite1" presStyleCnt="0"/>
      <dgm:spPr/>
    </dgm:pt>
    <dgm:pt modelId="{AAE818CE-D1B4-48F0-87BC-EEF2C96DF2A5}" type="pres">
      <dgm:prSet presAssocID="{72C598DC-11CA-438A-B8B6-E60E37C35F7E}" presName="rootText1" presStyleLbl="node0" presStyleIdx="0" presStyleCnt="1" custScaleX="471194" custLinFactNeighborY="-26254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B25F2210-A4B9-41F6-A13C-FB4EB4F33269}" type="pres">
      <dgm:prSet presAssocID="{72C598DC-11CA-438A-B8B6-E60E37C35F7E}" presName="rootConnector1" presStyleLbl="node1" presStyleIdx="0" presStyleCnt="0"/>
      <dgm:spPr/>
    </dgm:pt>
    <dgm:pt modelId="{0FE96579-82A1-4F09-BC50-81D32E224895}" type="pres">
      <dgm:prSet presAssocID="{72C598DC-11CA-438A-B8B6-E60E37C35F7E}" presName="hierChild2" presStyleCnt="0"/>
      <dgm:spPr/>
    </dgm:pt>
    <dgm:pt modelId="{85B2214E-689D-49ED-A91E-658E6FAF6721}" type="pres">
      <dgm:prSet presAssocID="{7DFC241E-6F0C-41DE-92D0-D822A9B34475}" presName="Name37" presStyleLbl="parChTrans1D2" presStyleIdx="0" presStyleCnt="5"/>
      <dgm:spPr/>
    </dgm:pt>
    <dgm:pt modelId="{7D919ED1-DBBF-42EA-A107-8DBA2A95D8F7}" type="pres">
      <dgm:prSet presAssocID="{D16BF195-C66B-4DA5-9DCC-7F969DAEBC7C}" presName="hierRoot2" presStyleCnt="0">
        <dgm:presLayoutVars>
          <dgm:hierBranch val="init"/>
        </dgm:presLayoutVars>
      </dgm:prSet>
      <dgm:spPr/>
    </dgm:pt>
    <dgm:pt modelId="{F61A0277-765A-4B56-B520-D9951A76AC96}" type="pres">
      <dgm:prSet presAssocID="{D16BF195-C66B-4DA5-9DCC-7F969DAEBC7C}" presName="rootComposite" presStyleCnt="0"/>
      <dgm:spPr/>
    </dgm:pt>
    <dgm:pt modelId="{C389DD93-68FB-4B40-94FE-B32A7EB6200C}" type="pres">
      <dgm:prSet presAssocID="{D16BF195-C66B-4DA5-9DCC-7F969DAEBC7C}" presName="rootText" presStyleLbl="node2" presStyleIdx="0" presStyleCnt="5" custScaleX="186271" custLinFactNeighborX="-97497" custLinFactNeighborY="3705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515687C8-3FEA-4136-A1E6-D5B4B47B6F50}" type="pres">
      <dgm:prSet presAssocID="{D16BF195-C66B-4DA5-9DCC-7F969DAEBC7C}" presName="rootConnector" presStyleLbl="node2" presStyleIdx="0" presStyleCnt="5"/>
      <dgm:spPr/>
    </dgm:pt>
    <dgm:pt modelId="{CDE91C0E-58CD-4478-BCFB-BA0B8F3612A5}" type="pres">
      <dgm:prSet presAssocID="{D16BF195-C66B-4DA5-9DCC-7F969DAEBC7C}" presName="hierChild4" presStyleCnt="0"/>
      <dgm:spPr/>
    </dgm:pt>
    <dgm:pt modelId="{BAF650F5-B0D2-4A63-8F11-AC0EB35E413C}" type="pres">
      <dgm:prSet presAssocID="{DFBE7ABA-619E-4205-86D9-74D2B79BF77B}" presName="Name37" presStyleLbl="parChTrans1D3" presStyleIdx="0" presStyleCnt="18"/>
      <dgm:spPr/>
    </dgm:pt>
    <dgm:pt modelId="{2DC52417-53CA-47D4-95CB-4F96EB21C9D1}" type="pres">
      <dgm:prSet presAssocID="{FC5A0701-300E-4F7F-9AA3-37404EE8186A}" presName="hierRoot2" presStyleCnt="0">
        <dgm:presLayoutVars>
          <dgm:hierBranch val="init"/>
        </dgm:presLayoutVars>
      </dgm:prSet>
      <dgm:spPr/>
    </dgm:pt>
    <dgm:pt modelId="{E04054AD-2968-4E5E-9910-E8E4CC6DC8D4}" type="pres">
      <dgm:prSet presAssocID="{FC5A0701-300E-4F7F-9AA3-37404EE8186A}" presName="rootComposite" presStyleCnt="0"/>
      <dgm:spPr/>
    </dgm:pt>
    <dgm:pt modelId="{27E09599-ECB4-4D79-82EC-7C00068C77A1}" type="pres">
      <dgm:prSet presAssocID="{FC5A0701-300E-4F7F-9AA3-37404EE8186A}" presName="rootText" presStyleLbl="node3" presStyleIdx="0" presStyleCnt="18" custScaleX="153062" custLinFactX="-11083" custLinFactNeighborX="-100000" custLinFactNeighborY="-555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9809CC2C-F2B8-4731-B88E-9AAD2B36C6AB}" type="pres">
      <dgm:prSet presAssocID="{FC5A0701-300E-4F7F-9AA3-37404EE8186A}" presName="rootConnector" presStyleLbl="node3" presStyleIdx="0" presStyleCnt="18"/>
      <dgm:spPr/>
    </dgm:pt>
    <dgm:pt modelId="{F8DB0AA9-236C-4B90-9B11-F43B4C19E0A8}" type="pres">
      <dgm:prSet presAssocID="{FC5A0701-300E-4F7F-9AA3-37404EE8186A}" presName="hierChild4" presStyleCnt="0"/>
      <dgm:spPr/>
    </dgm:pt>
    <dgm:pt modelId="{B75B261D-4477-40F0-B30E-B404D2F4D130}" type="pres">
      <dgm:prSet presAssocID="{FC5A0701-300E-4F7F-9AA3-37404EE8186A}" presName="hierChild5" presStyleCnt="0"/>
      <dgm:spPr/>
    </dgm:pt>
    <dgm:pt modelId="{B9BCEFBB-A297-4A9A-AD86-E01DFA3361E3}" type="pres">
      <dgm:prSet presAssocID="{BA80A99C-F862-427B-83CE-ED7891F1CAA8}" presName="Name37" presStyleLbl="parChTrans1D3" presStyleIdx="1" presStyleCnt="18"/>
      <dgm:spPr/>
    </dgm:pt>
    <dgm:pt modelId="{993B5FF8-609E-4E77-B3BD-94B2E6FE7AA7}" type="pres">
      <dgm:prSet presAssocID="{72BBA921-1755-4D6F-B2A0-23ABE1B61C0F}" presName="hierRoot2" presStyleCnt="0">
        <dgm:presLayoutVars>
          <dgm:hierBranch val="init"/>
        </dgm:presLayoutVars>
      </dgm:prSet>
      <dgm:spPr/>
    </dgm:pt>
    <dgm:pt modelId="{55B01153-A28D-4394-8573-D909D424F218}" type="pres">
      <dgm:prSet presAssocID="{72BBA921-1755-4D6F-B2A0-23ABE1B61C0F}" presName="rootComposite" presStyleCnt="0"/>
      <dgm:spPr/>
    </dgm:pt>
    <dgm:pt modelId="{0CDFBC02-1B3F-4F54-A810-FBED22430D57}" type="pres">
      <dgm:prSet presAssocID="{72BBA921-1755-4D6F-B2A0-23ABE1B61C0F}" presName="rootText" presStyleLbl="node3" presStyleIdx="1" presStyleCnt="18" custScaleX="153062" custLinFactX="-11083" custLinFactNeighborX="-100000" custLinFactNeighborY="-15347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49D4F52B-B452-445D-9B76-685E180F8974}" type="pres">
      <dgm:prSet presAssocID="{72BBA921-1755-4D6F-B2A0-23ABE1B61C0F}" presName="rootConnector" presStyleLbl="node3" presStyleIdx="1" presStyleCnt="18"/>
      <dgm:spPr/>
    </dgm:pt>
    <dgm:pt modelId="{3792E8F8-5821-4210-9CE5-0747A74F06F1}" type="pres">
      <dgm:prSet presAssocID="{72BBA921-1755-4D6F-B2A0-23ABE1B61C0F}" presName="hierChild4" presStyleCnt="0"/>
      <dgm:spPr/>
    </dgm:pt>
    <dgm:pt modelId="{77E5641E-03DC-4B59-9020-37E94416CB80}" type="pres">
      <dgm:prSet presAssocID="{72BBA921-1755-4D6F-B2A0-23ABE1B61C0F}" presName="hierChild5" presStyleCnt="0"/>
      <dgm:spPr/>
    </dgm:pt>
    <dgm:pt modelId="{B2D0A57B-D8C6-47BF-B414-EAA5A38FC0BB}" type="pres">
      <dgm:prSet presAssocID="{F7F98BE1-10A1-4BEA-AFBE-05CB6C6DF0EA}" presName="Name37" presStyleLbl="parChTrans1D3" presStyleIdx="2" presStyleCnt="18"/>
      <dgm:spPr/>
    </dgm:pt>
    <dgm:pt modelId="{9630DC7C-2B6F-4E96-8636-C4CEB0292C40}" type="pres">
      <dgm:prSet presAssocID="{2BF6ED77-A88A-4ABB-B788-9DB6A4FFC509}" presName="hierRoot2" presStyleCnt="0">
        <dgm:presLayoutVars>
          <dgm:hierBranch val="init"/>
        </dgm:presLayoutVars>
      </dgm:prSet>
      <dgm:spPr/>
    </dgm:pt>
    <dgm:pt modelId="{F172D64D-7BCC-48C3-B6A6-9E7BEDE4B1DD}" type="pres">
      <dgm:prSet presAssocID="{2BF6ED77-A88A-4ABB-B788-9DB6A4FFC509}" presName="rootComposite" presStyleCnt="0"/>
      <dgm:spPr/>
    </dgm:pt>
    <dgm:pt modelId="{49CF721C-9354-4747-AA69-0DBCBF1D5516}" type="pres">
      <dgm:prSet presAssocID="{2BF6ED77-A88A-4ABB-B788-9DB6A4FFC509}" presName="rootText" presStyleLbl="node3" presStyleIdx="2" presStyleCnt="18" custScaleX="153062" custLinFactX="-11083" custLinFactNeighborX="-100000" custLinFactNeighborY="-15347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669CAAA3-E047-476E-AFBB-C06DF423A67D}" type="pres">
      <dgm:prSet presAssocID="{2BF6ED77-A88A-4ABB-B788-9DB6A4FFC509}" presName="rootConnector" presStyleLbl="node3" presStyleIdx="2" presStyleCnt="18"/>
      <dgm:spPr/>
    </dgm:pt>
    <dgm:pt modelId="{6F73957E-FD44-43F3-82A1-2BE9F06A36D3}" type="pres">
      <dgm:prSet presAssocID="{2BF6ED77-A88A-4ABB-B788-9DB6A4FFC509}" presName="hierChild4" presStyleCnt="0"/>
      <dgm:spPr/>
    </dgm:pt>
    <dgm:pt modelId="{A4207937-D3B3-47A7-89C0-1C98F0E4323B}" type="pres">
      <dgm:prSet presAssocID="{2BF6ED77-A88A-4ABB-B788-9DB6A4FFC509}" presName="hierChild5" presStyleCnt="0"/>
      <dgm:spPr/>
    </dgm:pt>
    <dgm:pt modelId="{7247C5AF-0517-4A85-BEE9-A83E7ADD029D}" type="pres">
      <dgm:prSet presAssocID="{7716046D-55D4-452E-8F20-D64FF960C9B3}" presName="Name37" presStyleLbl="parChTrans1D3" presStyleIdx="3" presStyleCnt="18"/>
      <dgm:spPr/>
    </dgm:pt>
    <dgm:pt modelId="{BA7D36F5-DAB5-4047-9BCD-D60A8483F4CB}" type="pres">
      <dgm:prSet presAssocID="{098BBF8C-2DC3-435D-B805-A901135CC67C}" presName="hierRoot2" presStyleCnt="0">
        <dgm:presLayoutVars>
          <dgm:hierBranch val="init"/>
        </dgm:presLayoutVars>
      </dgm:prSet>
      <dgm:spPr/>
    </dgm:pt>
    <dgm:pt modelId="{C959B527-BB4A-4121-AA5F-C58AED2B7C0C}" type="pres">
      <dgm:prSet presAssocID="{098BBF8C-2DC3-435D-B805-A901135CC67C}" presName="rootComposite" presStyleCnt="0"/>
      <dgm:spPr/>
    </dgm:pt>
    <dgm:pt modelId="{73BD2D37-DE34-44C2-BDE0-EA663C832D4D}" type="pres">
      <dgm:prSet presAssocID="{098BBF8C-2DC3-435D-B805-A901135CC67C}" presName="rootText" presStyleLbl="node3" presStyleIdx="3" presStyleCnt="18" custScaleX="153062" custLinFactX="-11083" custLinFactNeighborX="-100000" custLinFactNeighborY="-15347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66FB7C22-2B21-436C-A8E4-E879D8688251}" type="pres">
      <dgm:prSet presAssocID="{098BBF8C-2DC3-435D-B805-A901135CC67C}" presName="rootConnector" presStyleLbl="node3" presStyleIdx="3" presStyleCnt="18"/>
      <dgm:spPr/>
    </dgm:pt>
    <dgm:pt modelId="{62C7726B-A535-4658-9422-EEBC0C63A126}" type="pres">
      <dgm:prSet presAssocID="{098BBF8C-2DC3-435D-B805-A901135CC67C}" presName="hierChild4" presStyleCnt="0"/>
      <dgm:spPr/>
    </dgm:pt>
    <dgm:pt modelId="{91779264-0D4D-4E88-BF9F-A82ECDB67E35}" type="pres">
      <dgm:prSet presAssocID="{098BBF8C-2DC3-435D-B805-A901135CC67C}" presName="hierChild5" presStyleCnt="0"/>
      <dgm:spPr/>
    </dgm:pt>
    <dgm:pt modelId="{68D49059-F342-4B85-882D-38753D2AF012}" type="pres">
      <dgm:prSet presAssocID="{D16BF195-C66B-4DA5-9DCC-7F969DAEBC7C}" presName="hierChild5" presStyleCnt="0"/>
      <dgm:spPr/>
    </dgm:pt>
    <dgm:pt modelId="{2ECA5EE0-4373-415B-856B-911AB1D35CDD}" type="pres">
      <dgm:prSet presAssocID="{818C07ED-BCBA-41EA-8ED5-1569C2B0460F}" presName="Name37" presStyleLbl="parChTrans1D2" presStyleIdx="1" presStyleCnt="5"/>
      <dgm:spPr/>
    </dgm:pt>
    <dgm:pt modelId="{C46EF238-9551-4897-8988-AEE6B3072B4F}" type="pres">
      <dgm:prSet presAssocID="{24E7C279-788B-4758-8209-A553242DC8D9}" presName="hierRoot2" presStyleCnt="0">
        <dgm:presLayoutVars>
          <dgm:hierBranch val="init"/>
        </dgm:presLayoutVars>
      </dgm:prSet>
      <dgm:spPr/>
    </dgm:pt>
    <dgm:pt modelId="{F7ECEC6A-A43B-4A91-B4B3-1FF3036DFA7A}" type="pres">
      <dgm:prSet presAssocID="{24E7C279-788B-4758-8209-A553242DC8D9}" presName="rootComposite" presStyleCnt="0"/>
      <dgm:spPr/>
    </dgm:pt>
    <dgm:pt modelId="{68708279-B6C3-4AE6-AC7D-57ED2BD8954F}" type="pres">
      <dgm:prSet presAssocID="{24E7C279-788B-4758-8209-A553242DC8D9}" presName="rootText" presStyleLbl="node2" presStyleIdx="1" presStyleCnt="5" custScaleX="186271" custLinFactNeighborX="-56287" custLinFactNeighborY="5185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D3359C9C-165D-428C-9B12-BB65A6F8C86B}" type="pres">
      <dgm:prSet presAssocID="{24E7C279-788B-4758-8209-A553242DC8D9}" presName="rootConnector" presStyleLbl="node2" presStyleIdx="1" presStyleCnt="5"/>
      <dgm:spPr/>
    </dgm:pt>
    <dgm:pt modelId="{6D5441B7-2913-472D-8C7C-46FF712A0C5C}" type="pres">
      <dgm:prSet presAssocID="{24E7C279-788B-4758-8209-A553242DC8D9}" presName="hierChild4" presStyleCnt="0"/>
      <dgm:spPr/>
    </dgm:pt>
    <dgm:pt modelId="{2B3C3955-3BD6-4245-94E3-DCD33B6E331D}" type="pres">
      <dgm:prSet presAssocID="{0B00AD25-BEDC-4C81-8A16-2FC670CD2413}" presName="Name37" presStyleLbl="parChTrans1D3" presStyleIdx="4" presStyleCnt="18"/>
      <dgm:spPr/>
    </dgm:pt>
    <dgm:pt modelId="{37F9D067-2AC2-43E0-A7FC-3A7C5B79E474}" type="pres">
      <dgm:prSet presAssocID="{098DAF9F-DFF0-4C8E-8385-1A6CF494D63B}" presName="hierRoot2" presStyleCnt="0">
        <dgm:presLayoutVars>
          <dgm:hierBranch val="init"/>
        </dgm:presLayoutVars>
      </dgm:prSet>
      <dgm:spPr/>
    </dgm:pt>
    <dgm:pt modelId="{E051B5BB-6343-4163-B66C-FF7B19A85A5E}" type="pres">
      <dgm:prSet presAssocID="{098DAF9F-DFF0-4C8E-8385-1A6CF494D63B}" presName="rootComposite" presStyleCnt="0"/>
      <dgm:spPr/>
    </dgm:pt>
    <dgm:pt modelId="{0D983406-2403-42BD-81CB-6A075F86FDF9}" type="pres">
      <dgm:prSet presAssocID="{098DAF9F-DFF0-4C8E-8385-1A6CF494D63B}" presName="rootText" presStyleLbl="node3" presStyleIdx="4" presStyleCnt="18" custScaleX="141946" custLinFactNeighborX="-55633" custLinFactNeighborY="5966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586B1A47-90F1-4532-AC56-C3C72913E051}" type="pres">
      <dgm:prSet presAssocID="{098DAF9F-DFF0-4C8E-8385-1A6CF494D63B}" presName="rootConnector" presStyleLbl="node3" presStyleIdx="4" presStyleCnt="18"/>
      <dgm:spPr/>
    </dgm:pt>
    <dgm:pt modelId="{548A6A84-5DA9-4483-9C0B-ECE914334057}" type="pres">
      <dgm:prSet presAssocID="{098DAF9F-DFF0-4C8E-8385-1A6CF494D63B}" presName="hierChild4" presStyleCnt="0"/>
      <dgm:spPr/>
    </dgm:pt>
    <dgm:pt modelId="{2B1343AB-6F78-45BA-A5D4-65A9B2CEFF01}" type="pres">
      <dgm:prSet presAssocID="{098DAF9F-DFF0-4C8E-8385-1A6CF494D63B}" presName="hierChild5" presStyleCnt="0"/>
      <dgm:spPr/>
    </dgm:pt>
    <dgm:pt modelId="{115BB887-53FB-412D-86DA-ECD77710780B}" type="pres">
      <dgm:prSet presAssocID="{7B675321-01EA-468D-995D-240E0CAADE52}" presName="Name37" presStyleLbl="parChTrans1D3" presStyleIdx="5" presStyleCnt="18"/>
      <dgm:spPr/>
    </dgm:pt>
    <dgm:pt modelId="{8413DFA8-8D4A-4590-8370-1E8693A8DC51}" type="pres">
      <dgm:prSet presAssocID="{AB823CA9-2551-431F-8DE2-13BCE83EEC99}" presName="hierRoot2" presStyleCnt="0">
        <dgm:presLayoutVars>
          <dgm:hierBranch val="init"/>
        </dgm:presLayoutVars>
      </dgm:prSet>
      <dgm:spPr/>
    </dgm:pt>
    <dgm:pt modelId="{230B0034-65D6-4B2B-A39E-B792714A2247}" type="pres">
      <dgm:prSet presAssocID="{AB823CA9-2551-431F-8DE2-13BCE83EEC99}" presName="rootComposite" presStyleCnt="0"/>
      <dgm:spPr/>
    </dgm:pt>
    <dgm:pt modelId="{1A31EF6D-BC04-478D-BE3C-9CAE4FB2D9BC}" type="pres">
      <dgm:prSet presAssocID="{AB823CA9-2551-431F-8DE2-13BCE83EEC99}" presName="rootText" presStyleLbl="node3" presStyleIdx="5" presStyleCnt="18" custScaleX="141946" custLinFactNeighborX="-55633" custLinFactNeighborY="5966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E15B1101-40BA-4833-8212-22F2C6923F5D}" type="pres">
      <dgm:prSet presAssocID="{AB823CA9-2551-431F-8DE2-13BCE83EEC99}" presName="rootConnector" presStyleLbl="node3" presStyleIdx="5" presStyleCnt="18"/>
      <dgm:spPr/>
    </dgm:pt>
    <dgm:pt modelId="{48C5493E-B101-46D9-A3BA-3F07D139E3DD}" type="pres">
      <dgm:prSet presAssocID="{AB823CA9-2551-431F-8DE2-13BCE83EEC99}" presName="hierChild4" presStyleCnt="0"/>
      <dgm:spPr/>
    </dgm:pt>
    <dgm:pt modelId="{35AE2650-2F88-472B-8E8C-84FF3DBA2942}" type="pres">
      <dgm:prSet presAssocID="{AB823CA9-2551-431F-8DE2-13BCE83EEC99}" presName="hierChild5" presStyleCnt="0"/>
      <dgm:spPr/>
    </dgm:pt>
    <dgm:pt modelId="{140E149F-BCCF-47E8-BA17-6EB7027D6D5E}" type="pres">
      <dgm:prSet presAssocID="{24E7C279-788B-4758-8209-A553242DC8D9}" presName="hierChild5" presStyleCnt="0"/>
      <dgm:spPr/>
    </dgm:pt>
    <dgm:pt modelId="{E32B0557-2961-4858-8E5B-475777D22274}" type="pres">
      <dgm:prSet presAssocID="{DA026AA3-D0F4-4A09-AB66-0D1E4C84272B}" presName="Name37" presStyleLbl="parChTrans1D2" presStyleIdx="2" presStyleCnt="5"/>
      <dgm:spPr/>
    </dgm:pt>
    <dgm:pt modelId="{5896BDE3-706A-43C1-8AF0-8902D5E32EC8}" type="pres">
      <dgm:prSet presAssocID="{1C2A0C06-AC04-49A4-AC08-1BC860A23151}" presName="hierRoot2" presStyleCnt="0">
        <dgm:presLayoutVars>
          <dgm:hierBranch val="init"/>
        </dgm:presLayoutVars>
      </dgm:prSet>
      <dgm:spPr/>
    </dgm:pt>
    <dgm:pt modelId="{4450297C-A2B1-424E-A27D-A7D85A1739FE}" type="pres">
      <dgm:prSet presAssocID="{1C2A0C06-AC04-49A4-AC08-1BC860A23151}" presName="rootComposite" presStyleCnt="0"/>
      <dgm:spPr/>
    </dgm:pt>
    <dgm:pt modelId="{193C8A81-4D98-40D1-BA74-8EFF2A071041}" type="pres">
      <dgm:prSet presAssocID="{1C2A0C06-AC04-49A4-AC08-1BC860A23151}" presName="rootText" presStyleLbl="node2" presStyleIdx="2" presStyleCnt="5" custScaleX="186271" custLinFactNeighborX="1115" custLinFactNeighborY="5526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1805C43F-A7D4-4F19-B82D-ABC3633DF5AE}" type="pres">
      <dgm:prSet presAssocID="{1C2A0C06-AC04-49A4-AC08-1BC860A23151}" presName="rootConnector" presStyleLbl="node2" presStyleIdx="2" presStyleCnt="5"/>
      <dgm:spPr/>
    </dgm:pt>
    <dgm:pt modelId="{61FE120C-B515-4704-BD0F-5E074204A5DF}" type="pres">
      <dgm:prSet presAssocID="{1C2A0C06-AC04-49A4-AC08-1BC860A23151}" presName="hierChild4" presStyleCnt="0"/>
      <dgm:spPr/>
    </dgm:pt>
    <dgm:pt modelId="{01AE1ADC-D145-4FE5-AEF3-A95BCE2478CB}" type="pres">
      <dgm:prSet presAssocID="{C872ADC4-3543-4EAC-B235-381C49CB2448}" presName="Name37" presStyleLbl="parChTrans1D3" presStyleIdx="6" presStyleCnt="18"/>
      <dgm:spPr/>
    </dgm:pt>
    <dgm:pt modelId="{3CF7DDF8-3490-44E4-9956-AA372949B492}" type="pres">
      <dgm:prSet presAssocID="{F0DD00CB-F210-40FF-9705-408D6696FC68}" presName="hierRoot2" presStyleCnt="0">
        <dgm:presLayoutVars>
          <dgm:hierBranch val="init"/>
        </dgm:presLayoutVars>
      </dgm:prSet>
      <dgm:spPr/>
    </dgm:pt>
    <dgm:pt modelId="{815F4A49-6C75-4719-963E-BA5DC1C6DEA3}" type="pres">
      <dgm:prSet presAssocID="{F0DD00CB-F210-40FF-9705-408D6696FC68}" presName="rootComposite" presStyleCnt="0"/>
      <dgm:spPr/>
    </dgm:pt>
    <dgm:pt modelId="{388B2EA5-2CDC-4E89-B8C1-922680C62C46}" type="pres">
      <dgm:prSet presAssocID="{F0DD00CB-F210-40FF-9705-408D6696FC68}" presName="rootText" presStyleLbl="node3" presStyleIdx="6" presStyleCnt="18" custScaleX="141946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E2EAC413-998F-4265-AC6B-2086712F4284}" type="pres">
      <dgm:prSet presAssocID="{F0DD00CB-F210-40FF-9705-408D6696FC68}" presName="rootConnector" presStyleLbl="node3" presStyleIdx="6" presStyleCnt="18"/>
      <dgm:spPr/>
    </dgm:pt>
    <dgm:pt modelId="{4E6BDA7C-8EFF-4C54-BD0E-58CB5011059C}" type="pres">
      <dgm:prSet presAssocID="{F0DD00CB-F210-40FF-9705-408D6696FC68}" presName="hierChild4" presStyleCnt="0"/>
      <dgm:spPr/>
    </dgm:pt>
    <dgm:pt modelId="{F22D2A2C-D922-4784-B275-705CFC5E1B0C}" type="pres">
      <dgm:prSet presAssocID="{F0DD00CB-F210-40FF-9705-408D6696FC68}" presName="hierChild5" presStyleCnt="0"/>
      <dgm:spPr/>
    </dgm:pt>
    <dgm:pt modelId="{A1724485-A30C-4A99-A29C-13F687099BA9}" type="pres">
      <dgm:prSet presAssocID="{715281D0-B528-42FB-8B28-2643DAD53A63}" presName="Name37" presStyleLbl="parChTrans1D3" presStyleIdx="7" presStyleCnt="18"/>
      <dgm:spPr/>
    </dgm:pt>
    <dgm:pt modelId="{AA975032-BF10-4494-BE34-8D362F31CF4D}" type="pres">
      <dgm:prSet presAssocID="{499BF3FB-5736-498A-BD76-FBD888B1C3A2}" presName="hierRoot2" presStyleCnt="0">
        <dgm:presLayoutVars>
          <dgm:hierBranch val="init"/>
        </dgm:presLayoutVars>
      </dgm:prSet>
      <dgm:spPr/>
    </dgm:pt>
    <dgm:pt modelId="{D8AE87E4-6F9A-4CE5-BEA7-B58012117003}" type="pres">
      <dgm:prSet presAssocID="{499BF3FB-5736-498A-BD76-FBD888B1C3A2}" presName="rootComposite" presStyleCnt="0"/>
      <dgm:spPr/>
    </dgm:pt>
    <dgm:pt modelId="{FC2E23EB-D912-4BA7-BE18-83B5FAB4BF30}" type="pres">
      <dgm:prSet presAssocID="{499BF3FB-5736-498A-BD76-FBD888B1C3A2}" presName="rootText" presStyleLbl="node3" presStyleIdx="7" presStyleCnt="18" custScaleX="141946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1D42259A-61FE-4C01-9481-396D09D37219}" type="pres">
      <dgm:prSet presAssocID="{499BF3FB-5736-498A-BD76-FBD888B1C3A2}" presName="rootConnector" presStyleLbl="node3" presStyleIdx="7" presStyleCnt="18"/>
      <dgm:spPr/>
    </dgm:pt>
    <dgm:pt modelId="{3B843B94-4870-456C-8058-E399DB5A9292}" type="pres">
      <dgm:prSet presAssocID="{499BF3FB-5736-498A-BD76-FBD888B1C3A2}" presName="hierChild4" presStyleCnt="0"/>
      <dgm:spPr/>
    </dgm:pt>
    <dgm:pt modelId="{426D9718-CF3F-4B32-ABB0-0BA488229A98}" type="pres">
      <dgm:prSet presAssocID="{499BF3FB-5736-498A-BD76-FBD888B1C3A2}" presName="hierChild5" presStyleCnt="0"/>
      <dgm:spPr/>
    </dgm:pt>
    <dgm:pt modelId="{848ADCAF-4CDA-4705-9234-1174DE5CF33B}" type="pres">
      <dgm:prSet presAssocID="{34541C07-4F28-434B-8B8B-7DC1FB0CD873}" presName="Name37" presStyleLbl="parChTrans1D3" presStyleIdx="8" presStyleCnt="18"/>
      <dgm:spPr/>
    </dgm:pt>
    <dgm:pt modelId="{C61E7FB4-1438-44BD-AF91-E92B97F43C01}" type="pres">
      <dgm:prSet presAssocID="{72CDC412-F388-47A7-8E57-0CCE07301174}" presName="hierRoot2" presStyleCnt="0">
        <dgm:presLayoutVars>
          <dgm:hierBranch val="init"/>
        </dgm:presLayoutVars>
      </dgm:prSet>
      <dgm:spPr/>
    </dgm:pt>
    <dgm:pt modelId="{9DFD6975-9F70-484D-BE50-F8B62BADD95B}" type="pres">
      <dgm:prSet presAssocID="{72CDC412-F388-47A7-8E57-0CCE07301174}" presName="rootComposite" presStyleCnt="0"/>
      <dgm:spPr/>
    </dgm:pt>
    <dgm:pt modelId="{9DFA006F-3215-487A-9D8E-B72AA16D8DE0}" type="pres">
      <dgm:prSet presAssocID="{72CDC412-F388-47A7-8E57-0CCE07301174}" presName="rootText" presStyleLbl="node3" presStyleIdx="8" presStyleCnt="18" custScaleX="141946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D12B7EC7-95F6-49DE-9E57-6C31AE406C0A}" type="pres">
      <dgm:prSet presAssocID="{72CDC412-F388-47A7-8E57-0CCE07301174}" presName="rootConnector" presStyleLbl="node3" presStyleIdx="8" presStyleCnt="18"/>
      <dgm:spPr/>
    </dgm:pt>
    <dgm:pt modelId="{6DA36375-F066-4926-AF34-565262A68F21}" type="pres">
      <dgm:prSet presAssocID="{72CDC412-F388-47A7-8E57-0CCE07301174}" presName="hierChild4" presStyleCnt="0"/>
      <dgm:spPr/>
    </dgm:pt>
    <dgm:pt modelId="{C5D22BDC-A381-44C9-8BBE-3DFB336681D0}" type="pres">
      <dgm:prSet presAssocID="{72CDC412-F388-47A7-8E57-0CCE07301174}" presName="hierChild5" presStyleCnt="0"/>
      <dgm:spPr/>
    </dgm:pt>
    <dgm:pt modelId="{365CAD44-83B4-4E7A-9F4A-DB843052740E}" type="pres">
      <dgm:prSet presAssocID="{1C2A0C06-AC04-49A4-AC08-1BC860A23151}" presName="hierChild5" presStyleCnt="0"/>
      <dgm:spPr/>
    </dgm:pt>
    <dgm:pt modelId="{315387F2-B085-4B5A-BB64-236B09D05C30}" type="pres">
      <dgm:prSet presAssocID="{AA0513BE-B3FB-4A12-B657-3F9B9F557361}" presName="Name37" presStyleLbl="parChTrans1D2" presStyleIdx="3" presStyleCnt="5"/>
      <dgm:spPr/>
    </dgm:pt>
    <dgm:pt modelId="{CD9392FE-1FBF-4E2F-9747-A22D3EB86B26}" type="pres">
      <dgm:prSet presAssocID="{FC73A19D-8314-4219-AFCF-34D49909E5E7}" presName="hierRoot2" presStyleCnt="0">
        <dgm:presLayoutVars>
          <dgm:hierBranch val="init"/>
        </dgm:presLayoutVars>
      </dgm:prSet>
      <dgm:spPr/>
    </dgm:pt>
    <dgm:pt modelId="{9F496D16-09AB-4243-B523-0C08DB61135F}" type="pres">
      <dgm:prSet presAssocID="{FC73A19D-8314-4219-AFCF-34D49909E5E7}" presName="rootComposite" presStyleCnt="0"/>
      <dgm:spPr/>
    </dgm:pt>
    <dgm:pt modelId="{6DBEAC53-4374-4BEF-90C0-BD8EA926C72A}" type="pres">
      <dgm:prSet presAssocID="{FC73A19D-8314-4219-AFCF-34D49909E5E7}" presName="rootText" presStyleLbl="node2" presStyleIdx="3" presStyleCnt="5" custScaleX="186271" custLinFactNeighborX="79308" custLinFactNeighborY="3858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5D3D3D1F-9BD3-4B72-8FFD-20B16785A382}" type="pres">
      <dgm:prSet presAssocID="{FC73A19D-8314-4219-AFCF-34D49909E5E7}" presName="rootConnector" presStyleLbl="node2" presStyleIdx="3" presStyleCnt="5"/>
      <dgm:spPr/>
    </dgm:pt>
    <dgm:pt modelId="{92020E66-5BB0-40C5-BF2F-E38258A44E7D}" type="pres">
      <dgm:prSet presAssocID="{FC73A19D-8314-4219-AFCF-34D49909E5E7}" presName="hierChild4" presStyleCnt="0"/>
      <dgm:spPr/>
    </dgm:pt>
    <dgm:pt modelId="{CB36A151-C7D3-4BA5-8616-3FB1131ED37F}" type="pres">
      <dgm:prSet presAssocID="{862CDA32-16A7-49B9-9A28-6EF2498063B5}" presName="Name37" presStyleLbl="parChTrans1D3" presStyleIdx="9" presStyleCnt="18"/>
      <dgm:spPr/>
    </dgm:pt>
    <dgm:pt modelId="{AF270934-0F41-4EDC-9DFA-3D35888C149A}" type="pres">
      <dgm:prSet presAssocID="{40AD475A-EDD0-4309-8D4E-4C56D85B6056}" presName="hierRoot2" presStyleCnt="0">
        <dgm:presLayoutVars>
          <dgm:hierBranch val="init"/>
        </dgm:presLayoutVars>
      </dgm:prSet>
      <dgm:spPr/>
    </dgm:pt>
    <dgm:pt modelId="{0A218FE1-F3C5-4319-BDFD-3BEF139BC197}" type="pres">
      <dgm:prSet presAssocID="{40AD475A-EDD0-4309-8D4E-4C56D85B6056}" presName="rootComposite" presStyleCnt="0"/>
      <dgm:spPr/>
    </dgm:pt>
    <dgm:pt modelId="{21EBAB59-61CB-49CF-9C05-5455C0597578}" type="pres">
      <dgm:prSet presAssocID="{40AD475A-EDD0-4309-8D4E-4C56D85B6056}" presName="rootText" presStyleLbl="node3" presStyleIdx="9" presStyleCnt="18" custScaleX="138797" custLinFactNeighborX="78268" custLinFactNeighborY="-2319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6768F7C9-A931-455B-A52E-F054F90DD3CE}" type="pres">
      <dgm:prSet presAssocID="{40AD475A-EDD0-4309-8D4E-4C56D85B6056}" presName="rootConnector" presStyleLbl="node3" presStyleIdx="9" presStyleCnt="18"/>
      <dgm:spPr/>
    </dgm:pt>
    <dgm:pt modelId="{3E8BD2EE-2741-44CF-B7C3-3728436A2D44}" type="pres">
      <dgm:prSet presAssocID="{40AD475A-EDD0-4309-8D4E-4C56D85B6056}" presName="hierChild4" presStyleCnt="0"/>
      <dgm:spPr/>
    </dgm:pt>
    <dgm:pt modelId="{CAC16C27-3D5F-4319-B077-DABD23DA8025}" type="pres">
      <dgm:prSet presAssocID="{40AD475A-EDD0-4309-8D4E-4C56D85B6056}" presName="hierChild5" presStyleCnt="0"/>
      <dgm:spPr/>
    </dgm:pt>
    <dgm:pt modelId="{7FDEB4EA-50DB-4890-A733-8AFA5159DE9A}" type="pres">
      <dgm:prSet presAssocID="{8BCFE537-33DD-4EFB-A699-136DF879429F}" presName="Name37" presStyleLbl="parChTrans1D3" presStyleIdx="10" presStyleCnt="18"/>
      <dgm:spPr/>
    </dgm:pt>
    <dgm:pt modelId="{867BB018-71BA-470F-909D-7A60358FA39B}" type="pres">
      <dgm:prSet presAssocID="{D3AFD30E-A3C4-4B7E-97D3-1BEE8F5B5905}" presName="hierRoot2" presStyleCnt="0">
        <dgm:presLayoutVars>
          <dgm:hierBranch val="init"/>
        </dgm:presLayoutVars>
      </dgm:prSet>
      <dgm:spPr/>
    </dgm:pt>
    <dgm:pt modelId="{86E3F2D6-C70A-4FE0-A9E9-635CDDD54A97}" type="pres">
      <dgm:prSet presAssocID="{D3AFD30E-A3C4-4B7E-97D3-1BEE8F5B5905}" presName="rootComposite" presStyleCnt="0"/>
      <dgm:spPr/>
    </dgm:pt>
    <dgm:pt modelId="{01552958-4705-4A8E-AF3B-989E47907168}" type="pres">
      <dgm:prSet presAssocID="{D3AFD30E-A3C4-4B7E-97D3-1BEE8F5B5905}" presName="rootText" presStyleLbl="node3" presStyleIdx="10" presStyleCnt="18" custScaleX="138797" custLinFactNeighborX="79777" custLinFactNeighborY="-9277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89943DF0-808D-460B-88FD-859FC9537549}" type="pres">
      <dgm:prSet presAssocID="{D3AFD30E-A3C4-4B7E-97D3-1BEE8F5B5905}" presName="rootConnector" presStyleLbl="node3" presStyleIdx="10" presStyleCnt="18"/>
      <dgm:spPr/>
    </dgm:pt>
    <dgm:pt modelId="{45DAFA51-1A8E-47B3-A657-5C5773604FE5}" type="pres">
      <dgm:prSet presAssocID="{D3AFD30E-A3C4-4B7E-97D3-1BEE8F5B5905}" presName="hierChild4" presStyleCnt="0"/>
      <dgm:spPr/>
    </dgm:pt>
    <dgm:pt modelId="{B7DEA90C-B1B5-402A-B7CB-E0AF43F901E9}" type="pres">
      <dgm:prSet presAssocID="{D3AFD30E-A3C4-4B7E-97D3-1BEE8F5B5905}" presName="hierChild5" presStyleCnt="0"/>
      <dgm:spPr/>
    </dgm:pt>
    <dgm:pt modelId="{61D62805-CD04-47BE-933F-CC3526D28091}" type="pres">
      <dgm:prSet presAssocID="{FC73A19D-8314-4219-AFCF-34D49909E5E7}" presName="hierChild5" presStyleCnt="0"/>
      <dgm:spPr/>
    </dgm:pt>
    <dgm:pt modelId="{655EC4C2-5C95-4945-AC8E-570D07C7EEAD}" type="pres">
      <dgm:prSet presAssocID="{34B7FDE8-8522-4B1F-961F-EBFE9DFFB0BA}" presName="Name37" presStyleLbl="parChTrans1D2" presStyleIdx="4" presStyleCnt="5"/>
      <dgm:spPr/>
    </dgm:pt>
    <dgm:pt modelId="{C7A9531D-98E6-4B54-B5E9-810A1FFC17E7}" type="pres">
      <dgm:prSet presAssocID="{F2EE8832-4355-4BC9-8D43-9284A2718554}" presName="hierRoot2" presStyleCnt="0">
        <dgm:presLayoutVars>
          <dgm:hierBranch val="init"/>
        </dgm:presLayoutVars>
      </dgm:prSet>
      <dgm:spPr/>
    </dgm:pt>
    <dgm:pt modelId="{23D29F17-A4A2-4575-BD7A-1483AB731D15}" type="pres">
      <dgm:prSet presAssocID="{F2EE8832-4355-4BC9-8D43-9284A2718554}" presName="rootComposite" presStyleCnt="0"/>
      <dgm:spPr/>
    </dgm:pt>
    <dgm:pt modelId="{DC844560-572E-483F-B9F0-B0490153546E}" type="pres">
      <dgm:prSet presAssocID="{F2EE8832-4355-4BC9-8D43-9284A2718554}" presName="rootText" presStyleLbl="node2" presStyleIdx="4" presStyleCnt="5" custScaleX="186271" custLinFactX="36779" custLinFactNeighborX="100000" custLinFactNeighborY="3650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A40D27C5-7F86-4A07-A480-1FA69BF4493E}" type="pres">
      <dgm:prSet presAssocID="{F2EE8832-4355-4BC9-8D43-9284A2718554}" presName="rootConnector" presStyleLbl="node2" presStyleIdx="4" presStyleCnt="5"/>
      <dgm:spPr/>
    </dgm:pt>
    <dgm:pt modelId="{7569816F-E8CE-499F-9ACD-82AF872F28B9}" type="pres">
      <dgm:prSet presAssocID="{F2EE8832-4355-4BC9-8D43-9284A2718554}" presName="hierChild4" presStyleCnt="0"/>
      <dgm:spPr/>
    </dgm:pt>
    <dgm:pt modelId="{239B1DE2-1C06-464E-862B-7373A45B085A}" type="pres">
      <dgm:prSet presAssocID="{22B96CDD-DA1A-402F-A9E3-9BDE6C3FF5DB}" presName="Name37" presStyleLbl="parChTrans1D3" presStyleIdx="11" presStyleCnt="18"/>
      <dgm:spPr/>
    </dgm:pt>
    <dgm:pt modelId="{58CD7FA5-640E-4231-BA1F-E3331AF7EAA6}" type="pres">
      <dgm:prSet presAssocID="{EC30E44B-9F61-461F-94EF-B77A848B6370}" presName="hierRoot2" presStyleCnt="0">
        <dgm:presLayoutVars>
          <dgm:hierBranch val="init"/>
        </dgm:presLayoutVars>
      </dgm:prSet>
      <dgm:spPr/>
    </dgm:pt>
    <dgm:pt modelId="{C3487658-78FA-49FD-9398-3DC1207DEC0D}" type="pres">
      <dgm:prSet presAssocID="{EC30E44B-9F61-461F-94EF-B77A848B6370}" presName="rootComposite" presStyleCnt="0"/>
      <dgm:spPr/>
    </dgm:pt>
    <dgm:pt modelId="{A41391C4-0CC6-48B5-A27C-77E6B37F0A4B}" type="pres">
      <dgm:prSet presAssocID="{EC30E44B-9F61-461F-94EF-B77A848B6370}" presName="rootText" presStyleLbl="node3" presStyleIdx="11" presStyleCnt="18" custScaleX="141946" custLinFactX="33128" custLinFactNeighborX="100000" custLinFactNeighborY="-1179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E1BBA84A-B921-43B6-B38A-DCED83D3B83C}" type="pres">
      <dgm:prSet presAssocID="{EC30E44B-9F61-461F-94EF-B77A848B6370}" presName="rootConnector" presStyleLbl="node3" presStyleIdx="11" presStyleCnt="18"/>
      <dgm:spPr/>
    </dgm:pt>
    <dgm:pt modelId="{8C017742-844C-42AB-B238-2A4922650D73}" type="pres">
      <dgm:prSet presAssocID="{EC30E44B-9F61-461F-94EF-B77A848B6370}" presName="hierChild4" presStyleCnt="0"/>
      <dgm:spPr/>
    </dgm:pt>
    <dgm:pt modelId="{C5212E20-1DB8-4EC2-871F-536F96CDD1EA}" type="pres">
      <dgm:prSet presAssocID="{EC30E44B-9F61-461F-94EF-B77A848B6370}" presName="hierChild5" presStyleCnt="0"/>
      <dgm:spPr/>
    </dgm:pt>
    <dgm:pt modelId="{1D5C0A4C-553F-4334-BFC1-3872EC2C58DC}" type="pres">
      <dgm:prSet presAssocID="{68491212-59C9-44E6-8C4B-6D826671917F}" presName="Name37" presStyleLbl="parChTrans1D3" presStyleIdx="12" presStyleCnt="18"/>
      <dgm:spPr/>
    </dgm:pt>
    <dgm:pt modelId="{82B1980A-CF8A-432B-BAAA-66B8E6C00FD5}" type="pres">
      <dgm:prSet presAssocID="{DF5BEA9E-5F23-43C5-8A69-AD0EB87ED0C8}" presName="hierRoot2" presStyleCnt="0">
        <dgm:presLayoutVars>
          <dgm:hierBranch val="init"/>
        </dgm:presLayoutVars>
      </dgm:prSet>
      <dgm:spPr/>
    </dgm:pt>
    <dgm:pt modelId="{D722A6B2-FB32-4C7D-AFFD-CBB48F7E9C07}" type="pres">
      <dgm:prSet presAssocID="{DF5BEA9E-5F23-43C5-8A69-AD0EB87ED0C8}" presName="rootComposite" presStyleCnt="0"/>
      <dgm:spPr/>
    </dgm:pt>
    <dgm:pt modelId="{9F3EAFE2-7BC5-49E5-A4EE-DDDD02E106BA}" type="pres">
      <dgm:prSet presAssocID="{DF5BEA9E-5F23-43C5-8A69-AD0EB87ED0C8}" presName="rootText" presStyleLbl="node3" presStyleIdx="12" presStyleCnt="18" custScaleX="141946" custLinFactX="33128" custLinFactNeighborX="100000" custLinFactNeighborY="-1179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6D5B4618-0733-4259-93AA-FCE071F66221}" type="pres">
      <dgm:prSet presAssocID="{DF5BEA9E-5F23-43C5-8A69-AD0EB87ED0C8}" presName="rootConnector" presStyleLbl="node3" presStyleIdx="12" presStyleCnt="18"/>
      <dgm:spPr/>
    </dgm:pt>
    <dgm:pt modelId="{BCC89C4A-D9C8-49A1-BB21-DE5E9F69EDD9}" type="pres">
      <dgm:prSet presAssocID="{DF5BEA9E-5F23-43C5-8A69-AD0EB87ED0C8}" presName="hierChild4" presStyleCnt="0"/>
      <dgm:spPr/>
    </dgm:pt>
    <dgm:pt modelId="{A74B99C9-AD8A-457B-ABD9-6159E03AEDA7}" type="pres">
      <dgm:prSet presAssocID="{DF5BEA9E-5F23-43C5-8A69-AD0EB87ED0C8}" presName="hierChild5" presStyleCnt="0"/>
      <dgm:spPr/>
    </dgm:pt>
    <dgm:pt modelId="{5558374B-6B04-4E2C-BDFA-27478DBFFA4C}" type="pres">
      <dgm:prSet presAssocID="{31A17BF6-DE28-4913-83DD-23A40720A6ED}" presName="Name37" presStyleLbl="parChTrans1D3" presStyleIdx="13" presStyleCnt="18"/>
      <dgm:spPr/>
    </dgm:pt>
    <dgm:pt modelId="{BBB3E99A-CBEB-4B07-95E6-6AF120BFA8B1}" type="pres">
      <dgm:prSet presAssocID="{8A44A411-57FF-41AC-B51A-109571A71A9C}" presName="hierRoot2" presStyleCnt="0">
        <dgm:presLayoutVars>
          <dgm:hierBranch val="init"/>
        </dgm:presLayoutVars>
      </dgm:prSet>
      <dgm:spPr/>
    </dgm:pt>
    <dgm:pt modelId="{521CA892-E34D-4E0F-9208-F8476400B5C8}" type="pres">
      <dgm:prSet presAssocID="{8A44A411-57FF-41AC-B51A-109571A71A9C}" presName="rootComposite" presStyleCnt="0"/>
      <dgm:spPr/>
    </dgm:pt>
    <dgm:pt modelId="{819A9BB9-DE58-4A06-971F-A5389C5BBC75}" type="pres">
      <dgm:prSet presAssocID="{8A44A411-57FF-41AC-B51A-109571A71A9C}" presName="rootText" presStyleLbl="node3" presStyleIdx="13" presStyleCnt="18" custScaleX="141946" custLinFactX="33128" custLinFactNeighborX="100000" custLinFactNeighborY="-1179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345E23BF-8ED2-440F-A4AA-17164D2C5649}" type="pres">
      <dgm:prSet presAssocID="{8A44A411-57FF-41AC-B51A-109571A71A9C}" presName="rootConnector" presStyleLbl="node3" presStyleIdx="13" presStyleCnt="18"/>
      <dgm:spPr/>
    </dgm:pt>
    <dgm:pt modelId="{6B97672B-B413-4349-AD8F-835D5FFA861C}" type="pres">
      <dgm:prSet presAssocID="{8A44A411-57FF-41AC-B51A-109571A71A9C}" presName="hierChild4" presStyleCnt="0"/>
      <dgm:spPr/>
    </dgm:pt>
    <dgm:pt modelId="{6FCB62A5-DE14-4749-A76F-10A7F6D476A1}" type="pres">
      <dgm:prSet presAssocID="{8A44A411-57FF-41AC-B51A-109571A71A9C}" presName="hierChild5" presStyleCnt="0"/>
      <dgm:spPr/>
    </dgm:pt>
    <dgm:pt modelId="{7FDFB02A-5A34-41F9-B505-A1C62058932C}" type="pres">
      <dgm:prSet presAssocID="{E21B567F-705F-49F4-95C8-E45A7CB6D2A9}" presName="Name37" presStyleLbl="parChTrans1D3" presStyleIdx="14" presStyleCnt="18"/>
      <dgm:spPr/>
    </dgm:pt>
    <dgm:pt modelId="{A0D87728-6AF5-4F55-9493-D6D72111C230}" type="pres">
      <dgm:prSet presAssocID="{67BA4809-D397-42B8-B0F6-4BAD7EAD01A1}" presName="hierRoot2" presStyleCnt="0">
        <dgm:presLayoutVars>
          <dgm:hierBranch val="init"/>
        </dgm:presLayoutVars>
      </dgm:prSet>
      <dgm:spPr/>
    </dgm:pt>
    <dgm:pt modelId="{88A2C139-94CF-4111-9ADF-3B30439421AC}" type="pres">
      <dgm:prSet presAssocID="{67BA4809-D397-42B8-B0F6-4BAD7EAD01A1}" presName="rootComposite" presStyleCnt="0"/>
      <dgm:spPr/>
    </dgm:pt>
    <dgm:pt modelId="{1B83CE8B-C52D-40D4-9B50-E7E1AA0B0B8A}" type="pres">
      <dgm:prSet presAssocID="{67BA4809-D397-42B8-B0F6-4BAD7EAD01A1}" presName="rootText" presStyleLbl="node3" presStyleIdx="14" presStyleCnt="18" custScaleX="141946" custLinFactX="33128" custLinFactNeighborX="100000" custLinFactNeighborY="-1179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84FE82C6-2FF9-48DE-B02E-8960A7E2A5B2}" type="pres">
      <dgm:prSet presAssocID="{67BA4809-D397-42B8-B0F6-4BAD7EAD01A1}" presName="rootConnector" presStyleLbl="node3" presStyleIdx="14" presStyleCnt="18"/>
      <dgm:spPr/>
    </dgm:pt>
    <dgm:pt modelId="{FDD012F3-030C-435A-BA9F-C0AF352133DC}" type="pres">
      <dgm:prSet presAssocID="{67BA4809-D397-42B8-B0F6-4BAD7EAD01A1}" presName="hierChild4" presStyleCnt="0"/>
      <dgm:spPr/>
    </dgm:pt>
    <dgm:pt modelId="{C00C423F-602C-4DBE-BDD2-5C8DE866CD89}" type="pres">
      <dgm:prSet presAssocID="{67BA4809-D397-42B8-B0F6-4BAD7EAD01A1}" presName="hierChild5" presStyleCnt="0"/>
      <dgm:spPr/>
    </dgm:pt>
    <dgm:pt modelId="{CD645A87-53C7-405E-B453-7A05FF5C269F}" type="pres">
      <dgm:prSet presAssocID="{DCDA5BA7-9AAB-4D8A-8297-9C48FAF13228}" presName="Name37" presStyleLbl="parChTrans1D3" presStyleIdx="15" presStyleCnt="18"/>
      <dgm:spPr/>
    </dgm:pt>
    <dgm:pt modelId="{0E334F2F-470B-4D4F-A3FD-15275DE27DB0}" type="pres">
      <dgm:prSet presAssocID="{2132501D-A011-4BAC-9B76-AE70FFE286C7}" presName="hierRoot2" presStyleCnt="0">
        <dgm:presLayoutVars>
          <dgm:hierBranch val="init"/>
        </dgm:presLayoutVars>
      </dgm:prSet>
      <dgm:spPr/>
    </dgm:pt>
    <dgm:pt modelId="{0E94000F-FC0B-4984-BAD3-0001B8292BB2}" type="pres">
      <dgm:prSet presAssocID="{2132501D-A011-4BAC-9B76-AE70FFE286C7}" presName="rootComposite" presStyleCnt="0"/>
      <dgm:spPr/>
    </dgm:pt>
    <dgm:pt modelId="{55CFBE1B-79E7-48A1-B10B-94ADB0C3BCDC}" type="pres">
      <dgm:prSet presAssocID="{2132501D-A011-4BAC-9B76-AE70FFE286C7}" presName="rootText" presStyleLbl="node3" presStyleIdx="15" presStyleCnt="18" custScaleX="141946" custLinFactX="33128" custLinFactNeighborX="100000" custLinFactNeighborY="-1179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0A84C964-3157-475B-906F-1A179F3CC02D}" type="pres">
      <dgm:prSet presAssocID="{2132501D-A011-4BAC-9B76-AE70FFE286C7}" presName="rootConnector" presStyleLbl="node3" presStyleIdx="15" presStyleCnt="18"/>
      <dgm:spPr/>
    </dgm:pt>
    <dgm:pt modelId="{86589795-F371-4A43-B7A5-569BA078637F}" type="pres">
      <dgm:prSet presAssocID="{2132501D-A011-4BAC-9B76-AE70FFE286C7}" presName="hierChild4" presStyleCnt="0"/>
      <dgm:spPr/>
    </dgm:pt>
    <dgm:pt modelId="{3D1A8DAD-BBE3-4D1F-8E86-0A0FD1E6002F}" type="pres">
      <dgm:prSet presAssocID="{2132501D-A011-4BAC-9B76-AE70FFE286C7}" presName="hierChild5" presStyleCnt="0"/>
      <dgm:spPr/>
    </dgm:pt>
    <dgm:pt modelId="{EDD4A4C7-5D43-4918-B1C0-32E73C85F306}" type="pres">
      <dgm:prSet presAssocID="{3766371D-FD30-4619-872B-ADDBAD7481B0}" presName="Name37" presStyleLbl="parChTrans1D3" presStyleIdx="16" presStyleCnt="18"/>
      <dgm:spPr/>
    </dgm:pt>
    <dgm:pt modelId="{039F0A26-772E-4FAB-B170-766E8711F36B}" type="pres">
      <dgm:prSet presAssocID="{5455D01F-A73E-419D-9610-95AEA0EF543E}" presName="hierRoot2" presStyleCnt="0">
        <dgm:presLayoutVars>
          <dgm:hierBranch val="init"/>
        </dgm:presLayoutVars>
      </dgm:prSet>
      <dgm:spPr/>
    </dgm:pt>
    <dgm:pt modelId="{FF028208-C896-4E30-AD83-1643ED201658}" type="pres">
      <dgm:prSet presAssocID="{5455D01F-A73E-419D-9610-95AEA0EF543E}" presName="rootComposite" presStyleCnt="0"/>
      <dgm:spPr/>
    </dgm:pt>
    <dgm:pt modelId="{84361334-1E40-4DD5-B3DD-5427B53C5E36}" type="pres">
      <dgm:prSet presAssocID="{5455D01F-A73E-419D-9610-95AEA0EF543E}" presName="rootText" presStyleLbl="node3" presStyleIdx="16" presStyleCnt="18" custScaleX="141946" custLinFactX="33128" custLinFactNeighborX="100000" custLinFactNeighborY="-1179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981DEB41-7DF9-4003-AE23-55CF18506182}" type="pres">
      <dgm:prSet presAssocID="{5455D01F-A73E-419D-9610-95AEA0EF543E}" presName="rootConnector" presStyleLbl="node3" presStyleIdx="16" presStyleCnt="18"/>
      <dgm:spPr/>
    </dgm:pt>
    <dgm:pt modelId="{D212C511-FCA4-4B79-9FC8-A7150FBAE9A5}" type="pres">
      <dgm:prSet presAssocID="{5455D01F-A73E-419D-9610-95AEA0EF543E}" presName="hierChild4" presStyleCnt="0"/>
      <dgm:spPr/>
    </dgm:pt>
    <dgm:pt modelId="{19E89242-E5D6-452D-8992-6C9E594F675B}" type="pres">
      <dgm:prSet presAssocID="{5455D01F-A73E-419D-9610-95AEA0EF543E}" presName="hierChild5" presStyleCnt="0"/>
      <dgm:spPr/>
    </dgm:pt>
    <dgm:pt modelId="{39346974-50EE-42A0-9C61-99F5C256C2FE}" type="pres">
      <dgm:prSet presAssocID="{FA6081E3-9B26-4607-BEFB-5ABD5CA04829}" presName="Name37" presStyleLbl="parChTrans1D3" presStyleIdx="17" presStyleCnt="18"/>
      <dgm:spPr/>
    </dgm:pt>
    <dgm:pt modelId="{2555E613-D731-4628-9C07-6FFBD8E2A5B6}" type="pres">
      <dgm:prSet presAssocID="{A7B09EAF-B329-4EF3-A025-B9C49DBAB4B8}" presName="hierRoot2" presStyleCnt="0">
        <dgm:presLayoutVars>
          <dgm:hierBranch val="init"/>
        </dgm:presLayoutVars>
      </dgm:prSet>
      <dgm:spPr/>
    </dgm:pt>
    <dgm:pt modelId="{DC99DD2D-F4A8-4976-9F07-BAEFACA8E0E2}" type="pres">
      <dgm:prSet presAssocID="{A7B09EAF-B329-4EF3-A025-B9C49DBAB4B8}" presName="rootComposite" presStyleCnt="0"/>
      <dgm:spPr/>
    </dgm:pt>
    <dgm:pt modelId="{4FF0754E-90A7-41AA-9296-2119F04A17BF}" type="pres">
      <dgm:prSet presAssocID="{A7B09EAF-B329-4EF3-A025-B9C49DBAB4B8}" presName="rootText" presStyleLbl="node3" presStyleIdx="17" presStyleCnt="18" custScaleX="141946" custLinFactX="33128" custLinFactNeighborX="100000" custLinFactNeighborY="-1179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575D206C-AF94-4C7D-A910-26773F038D65}" type="pres">
      <dgm:prSet presAssocID="{A7B09EAF-B329-4EF3-A025-B9C49DBAB4B8}" presName="rootConnector" presStyleLbl="node3" presStyleIdx="17" presStyleCnt="18"/>
      <dgm:spPr/>
    </dgm:pt>
    <dgm:pt modelId="{0499D782-32D1-4FD1-B0D0-660ECE2400B7}" type="pres">
      <dgm:prSet presAssocID="{A7B09EAF-B329-4EF3-A025-B9C49DBAB4B8}" presName="hierChild4" presStyleCnt="0"/>
      <dgm:spPr/>
    </dgm:pt>
    <dgm:pt modelId="{B8709357-F928-49B8-9536-FD341D1D90BD}" type="pres">
      <dgm:prSet presAssocID="{A7B09EAF-B329-4EF3-A025-B9C49DBAB4B8}" presName="hierChild5" presStyleCnt="0"/>
      <dgm:spPr/>
    </dgm:pt>
    <dgm:pt modelId="{02E65C17-7FE1-441F-AA8A-02872047E3C7}" type="pres">
      <dgm:prSet presAssocID="{F2EE8832-4355-4BC9-8D43-9284A2718554}" presName="hierChild5" presStyleCnt="0"/>
      <dgm:spPr/>
    </dgm:pt>
    <dgm:pt modelId="{5B36DB89-1108-47DC-A3D5-E58BF1AD4BCE}" type="pres">
      <dgm:prSet presAssocID="{72C598DC-11CA-438A-B8B6-E60E37C35F7E}" presName="hierChild3" presStyleCnt="0"/>
      <dgm:spPr/>
    </dgm:pt>
  </dgm:ptLst>
  <dgm:cxnLst>
    <dgm:cxn modelId="{4D02EB06-370C-4AF1-9F7F-7370686EA1A6}" type="presOf" srcId="{A7B09EAF-B329-4EF3-A025-B9C49DBAB4B8}" destId="{4FF0754E-90A7-41AA-9296-2119F04A17BF}" srcOrd="0" destOrd="0" presId="urn:microsoft.com/office/officeart/2005/8/layout/orgChart1"/>
    <dgm:cxn modelId="{4BC8C007-4BD7-4EDB-A474-366F92F1D899}" type="presOf" srcId="{0B00AD25-BEDC-4C81-8A16-2FC670CD2413}" destId="{2B3C3955-3BD6-4245-94E3-DCD33B6E331D}" srcOrd="0" destOrd="0" presId="urn:microsoft.com/office/officeart/2005/8/layout/orgChart1"/>
    <dgm:cxn modelId="{CC47A00A-EE12-413F-89D5-4811E090C5AE}" type="presOf" srcId="{E8F413EF-B69A-44AD-BEF5-269A53317A58}" destId="{E7423A30-5807-43A5-A819-88610A3B2253}" srcOrd="0" destOrd="0" presId="urn:microsoft.com/office/officeart/2005/8/layout/orgChart1"/>
    <dgm:cxn modelId="{BC362B0B-1BBB-4743-A1F4-434BFEECC1BE}" srcId="{72C598DC-11CA-438A-B8B6-E60E37C35F7E}" destId="{FC73A19D-8314-4219-AFCF-34D49909E5E7}" srcOrd="3" destOrd="0" parTransId="{AA0513BE-B3FB-4A12-B657-3F9B9F557361}" sibTransId="{E3FE649B-F2C6-465C-9432-A2D135D1A426}"/>
    <dgm:cxn modelId="{5C783312-63F9-429C-AB2D-E14510FDE484}" srcId="{F2EE8832-4355-4BC9-8D43-9284A2718554}" destId="{A7B09EAF-B329-4EF3-A025-B9C49DBAB4B8}" srcOrd="6" destOrd="0" parTransId="{FA6081E3-9B26-4607-BEFB-5ABD5CA04829}" sibTransId="{4401A260-46DD-4F90-98D9-447E6A24E309}"/>
    <dgm:cxn modelId="{77285D13-68D2-46E7-AFA5-713CBCFA6D3F}" srcId="{1C2A0C06-AC04-49A4-AC08-1BC860A23151}" destId="{F0DD00CB-F210-40FF-9705-408D6696FC68}" srcOrd="0" destOrd="0" parTransId="{C872ADC4-3543-4EAC-B235-381C49CB2448}" sibTransId="{38188B79-DF47-48CF-B191-AAED10376954}"/>
    <dgm:cxn modelId="{D90A1716-AAB5-42B4-88D8-67EAF5050293}" type="presOf" srcId="{D3AFD30E-A3C4-4B7E-97D3-1BEE8F5B5905}" destId="{01552958-4705-4A8E-AF3B-989E47907168}" srcOrd="0" destOrd="0" presId="urn:microsoft.com/office/officeart/2005/8/layout/orgChart1"/>
    <dgm:cxn modelId="{281C2917-5D89-47E3-9571-7AE499A238C9}" type="presOf" srcId="{098DAF9F-DFF0-4C8E-8385-1A6CF494D63B}" destId="{0D983406-2403-42BD-81CB-6A075F86FDF9}" srcOrd="0" destOrd="0" presId="urn:microsoft.com/office/officeart/2005/8/layout/orgChart1"/>
    <dgm:cxn modelId="{00EB0C18-D906-4DA0-91C1-90347D70931B}" srcId="{FC73A19D-8314-4219-AFCF-34D49909E5E7}" destId="{D3AFD30E-A3C4-4B7E-97D3-1BEE8F5B5905}" srcOrd="1" destOrd="0" parTransId="{8BCFE537-33DD-4EFB-A699-136DF879429F}" sibTransId="{93539EFC-1052-4B7C-BFE2-94C041195BCA}"/>
    <dgm:cxn modelId="{0BDAC518-55CB-4144-ADB8-3A2B47F1880D}" srcId="{F2EE8832-4355-4BC9-8D43-9284A2718554}" destId="{EC30E44B-9F61-461F-94EF-B77A848B6370}" srcOrd="0" destOrd="0" parTransId="{22B96CDD-DA1A-402F-A9E3-9BDE6C3FF5DB}" sibTransId="{CEAD5924-4BC9-4BA5-81EE-28BB87FCCB63}"/>
    <dgm:cxn modelId="{8A714D1A-93CD-49C4-AD27-B566E1797D5C}" type="presOf" srcId="{72BBA921-1755-4D6F-B2A0-23ABE1B61C0F}" destId="{0CDFBC02-1B3F-4F54-A810-FBED22430D57}" srcOrd="0" destOrd="0" presId="urn:microsoft.com/office/officeart/2005/8/layout/orgChart1"/>
    <dgm:cxn modelId="{F7A4781F-68F1-4223-BDFF-2003B9873C09}" type="presOf" srcId="{499BF3FB-5736-498A-BD76-FBD888B1C3A2}" destId="{FC2E23EB-D912-4BA7-BE18-83B5FAB4BF30}" srcOrd="0" destOrd="0" presId="urn:microsoft.com/office/officeart/2005/8/layout/orgChart1"/>
    <dgm:cxn modelId="{D70D5021-FAF1-46A3-8040-F5F8E18921AE}" type="presOf" srcId="{098BBF8C-2DC3-435D-B805-A901135CC67C}" destId="{73BD2D37-DE34-44C2-BDE0-EA663C832D4D}" srcOrd="0" destOrd="0" presId="urn:microsoft.com/office/officeart/2005/8/layout/orgChart1"/>
    <dgm:cxn modelId="{78C0B623-5B64-4891-A5E7-3B6011F3FD09}" type="presOf" srcId="{8A44A411-57FF-41AC-B51A-109571A71A9C}" destId="{345E23BF-8ED2-440F-A4AA-17164D2C5649}" srcOrd="1" destOrd="0" presId="urn:microsoft.com/office/officeart/2005/8/layout/orgChart1"/>
    <dgm:cxn modelId="{2EF0EB23-FD7D-4A78-8485-8913E218B736}" srcId="{1C2A0C06-AC04-49A4-AC08-1BC860A23151}" destId="{499BF3FB-5736-498A-BD76-FBD888B1C3A2}" srcOrd="1" destOrd="0" parTransId="{715281D0-B528-42FB-8B28-2643DAD53A63}" sibTransId="{44698D57-4F8E-4917-8F3A-68A816A17865}"/>
    <dgm:cxn modelId="{10FA7726-F9F8-4F95-B249-7BF88206C8B0}" type="presOf" srcId="{2132501D-A011-4BAC-9B76-AE70FFE286C7}" destId="{0A84C964-3157-475B-906F-1A179F3CC02D}" srcOrd="1" destOrd="0" presId="urn:microsoft.com/office/officeart/2005/8/layout/orgChart1"/>
    <dgm:cxn modelId="{E6220229-BD71-4B0E-8939-15EFF49B1FD4}" srcId="{F2EE8832-4355-4BC9-8D43-9284A2718554}" destId="{5455D01F-A73E-419D-9610-95AEA0EF543E}" srcOrd="5" destOrd="0" parTransId="{3766371D-FD30-4619-872B-ADDBAD7481B0}" sibTransId="{BECE2DDC-4F07-4067-A347-B81CD1CF071F}"/>
    <dgm:cxn modelId="{7F781531-024D-4659-8EE0-62F4CB98C7CB}" srcId="{D16BF195-C66B-4DA5-9DCC-7F969DAEBC7C}" destId="{72BBA921-1755-4D6F-B2A0-23ABE1B61C0F}" srcOrd="1" destOrd="0" parTransId="{BA80A99C-F862-427B-83CE-ED7891F1CAA8}" sibTransId="{2E282215-E50E-4AA6-ABF1-B909F33D91CA}"/>
    <dgm:cxn modelId="{75203538-B4E9-43E1-B848-A0290EAD9804}" type="presOf" srcId="{FC73A19D-8314-4219-AFCF-34D49909E5E7}" destId="{5D3D3D1F-9BD3-4B72-8FFD-20B16785A382}" srcOrd="1" destOrd="0" presId="urn:microsoft.com/office/officeart/2005/8/layout/orgChart1"/>
    <dgm:cxn modelId="{9ECAAC39-C974-4785-952F-EEC818F7CAE1}" type="presOf" srcId="{DA026AA3-D0F4-4A09-AB66-0D1E4C84272B}" destId="{E32B0557-2961-4858-8E5B-475777D22274}" srcOrd="0" destOrd="0" presId="urn:microsoft.com/office/officeart/2005/8/layout/orgChart1"/>
    <dgm:cxn modelId="{E931213C-0E82-4F5E-A76F-2E215F2C68CE}" type="presOf" srcId="{DF5BEA9E-5F23-43C5-8A69-AD0EB87ED0C8}" destId="{6D5B4618-0733-4259-93AA-FCE071F66221}" srcOrd="1" destOrd="0" presId="urn:microsoft.com/office/officeart/2005/8/layout/orgChart1"/>
    <dgm:cxn modelId="{31F3B13D-6A0F-4CC3-991C-58EBD6AD787E}" srcId="{F2EE8832-4355-4BC9-8D43-9284A2718554}" destId="{DF5BEA9E-5F23-43C5-8A69-AD0EB87ED0C8}" srcOrd="1" destOrd="0" parTransId="{68491212-59C9-44E6-8C4B-6D826671917F}" sibTransId="{AED42734-038D-4BFC-8A64-59FB71FAE207}"/>
    <dgm:cxn modelId="{1EE7F23E-68BE-4097-999F-6FB2D912C380}" type="presOf" srcId="{67BA4809-D397-42B8-B0F6-4BAD7EAD01A1}" destId="{84FE82C6-2FF9-48DE-B02E-8960A7E2A5B2}" srcOrd="1" destOrd="0" presId="urn:microsoft.com/office/officeart/2005/8/layout/orgChart1"/>
    <dgm:cxn modelId="{D6F7285D-6FEF-49A6-AB09-EB51F3BA66F8}" type="presOf" srcId="{2132501D-A011-4BAC-9B76-AE70FFE286C7}" destId="{55CFBE1B-79E7-48A1-B10B-94ADB0C3BCDC}" srcOrd="0" destOrd="0" presId="urn:microsoft.com/office/officeart/2005/8/layout/orgChart1"/>
    <dgm:cxn modelId="{7A7FDE41-C574-47CA-8DCB-734CBE23BD54}" type="presOf" srcId="{AB823CA9-2551-431F-8DE2-13BCE83EEC99}" destId="{E15B1101-40BA-4833-8212-22F2C6923F5D}" srcOrd="1" destOrd="0" presId="urn:microsoft.com/office/officeart/2005/8/layout/orgChart1"/>
    <dgm:cxn modelId="{7DF6FB61-ABD7-433F-AD47-9B9B2CB057C6}" type="presOf" srcId="{DFBE7ABA-619E-4205-86D9-74D2B79BF77B}" destId="{BAF650F5-B0D2-4A63-8F11-AC0EB35E413C}" srcOrd="0" destOrd="0" presId="urn:microsoft.com/office/officeart/2005/8/layout/orgChart1"/>
    <dgm:cxn modelId="{9861FD62-0124-47D9-8B3B-A649D0B0EC39}" type="presOf" srcId="{F0DD00CB-F210-40FF-9705-408D6696FC68}" destId="{E2EAC413-998F-4265-AC6B-2086712F4284}" srcOrd="1" destOrd="0" presId="urn:microsoft.com/office/officeart/2005/8/layout/orgChart1"/>
    <dgm:cxn modelId="{F9D21544-9381-4643-B242-1085D45BCAE1}" type="presOf" srcId="{72BBA921-1755-4D6F-B2A0-23ABE1B61C0F}" destId="{49D4F52B-B452-445D-9B76-685E180F8974}" srcOrd="1" destOrd="0" presId="urn:microsoft.com/office/officeart/2005/8/layout/orgChart1"/>
    <dgm:cxn modelId="{1738A665-39DF-4A55-96F6-987B591D32F9}" type="presOf" srcId="{67BA4809-D397-42B8-B0F6-4BAD7EAD01A1}" destId="{1B83CE8B-C52D-40D4-9B50-E7E1AA0B0B8A}" srcOrd="0" destOrd="0" presId="urn:microsoft.com/office/officeart/2005/8/layout/orgChart1"/>
    <dgm:cxn modelId="{F08A2C46-BB8A-48E7-8788-ADBDBABF6079}" srcId="{1C2A0C06-AC04-49A4-AC08-1BC860A23151}" destId="{72CDC412-F388-47A7-8E57-0CCE07301174}" srcOrd="2" destOrd="0" parTransId="{34541C07-4F28-434B-8B8B-7DC1FB0CD873}" sibTransId="{4E852152-047B-46D9-B98B-A01D258C9519}"/>
    <dgm:cxn modelId="{1E204946-6984-4822-A21A-C433F65F1E07}" type="presOf" srcId="{FC73A19D-8314-4219-AFCF-34D49909E5E7}" destId="{6DBEAC53-4374-4BEF-90C0-BD8EA926C72A}" srcOrd="0" destOrd="0" presId="urn:microsoft.com/office/officeart/2005/8/layout/orgChart1"/>
    <dgm:cxn modelId="{5E575147-6C89-431D-9391-D5B6D5F22B6F}" type="presOf" srcId="{24E7C279-788B-4758-8209-A553242DC8D9}" destId="{D3359C9C-165D-428C-9B12-BB65A6F8C86B}" srcOrd="1" destOrd="0" presId="urn:microsoft.com/office/officeart/2005/8/layout/orgChart1"/>
    <dgm:cxn modelId="{F42CC668-4EE5-4A55-9A5E-626E293C73AD}" type="presOf" srcId="{862CDA32-16A7-49B9-9A28-6EF2498063B5}" destId="{CB36A151-C7D3-4BA5-8616-3FB1131ED37F}" srcOrd="0" destOrd="0" presId="urn:microsoft.com/office/officeart/2005/8/layout/orgChart1"/>
    <dgm:cxn modelId="{67F7F149-6999-4B45-9340-1B287AFA68D3}" srcId="{72C598DC-11CA-438A-B8B6-E60E37C35F7E}" destId="{D16BF195-C66B-4DA5-9DCC-7F969DAEBC7C}" srcOrd="0" destOrd="0" parTransId="{7DFC241E-6F0C-41DE-92D0-D822A9B34475}" sibTransId="{9D53E789-899F-49B5-80E9-C819758E897D}"/>
    <dgm:cxn modelId="{2D60466A-DC5B-41D5-95C7-06B6C3A30211}" srcId="{FC73A19D-8314-4219-AFCF-34D49909E5E7}" destId="{40AD475A-EDD0-4309-8D4E-4C56D85B6056}" srcOrd="0" destOrd="0" parTransId="{862CDA32-16A7-49B9-9A28-6EF2498063B5}" sibTransId="{7014AA51-8706-4AAC-AA38-A0D2A7E6028E}"/>
    <dgm:cxn modelId="{13DA564A-02C3-4501-A7EE-8DB51CEA49D9}" type="presOf" srcId="{72CDC412-F388-47A7-8E57-0CCE07301174}" destId="{D12B7EC7-95F6-49DE-9E57-6C31AE406C0A}" srcOrd="1" destOrd="0" presId="urn:microsoft.com/office/officeart/2005/8/layout/orgChart1"/>
    <dgm:cxn modelId="{8828146C-F931-406F-BBFD-6F431286F1AB}" type="presOf" srcId="{715281D0-B528-42FB-8B28-2643DAD53A63}" destId="{A1724485-A30C-4A99-A29C-13F687099BA9}" srcOrd="0" destOrd="0" presId="urn:microsoft.com/office/officeart/2005/8/layout/orgChart1"/>
    <dgm:cxn modelId="{62A0254C-F1E8-4812-9E58-0BE22415B04B}" type="presOf" srcId="{499BF3FB-5736-498A-BD76-FBD888B1C3A2}" destId="{1D42259A-61FE-4C01-9481-396D09D37219}" srcOrd="1" destOrd="0" presId="urn:microsoft.com/office/officeart/2005/8/layout/orgChart1"/>
    <dgm:cxn modelId="{C501FB4D-94BE-434D-8427-8764B4E82B3E}" type="presOf" srcId="{72CDC412-F388-47A7-8E57-0CCE07301174}" destId="{9DFA006F-3215-487A-9D8E-B72AA16D8DE0}" srcOrd="0" destOrd="0" presId="urn:microsoft.com/office/officeart/2005/8/layout/orgChart1"/>
    <dgm:cxn modelId="{EBE4446E-7557-487C-A738-A52EA3641A53}" type="presOf" srcId="{FC5A0701-300E-4F7F-9AA3-37404EE8186A}" destId="{9809CC2C-F2B8-4731-B88E-9AAD2B36C6AB}" srcOrd="1" destOrd="0" presId="urn:microsoft.com/office/officeart/2005/8/layout/orgChart1"/>
    <dgm:cxn modelId="{51B5B56F-8D11-40FA-BBC6-B91E3FB39818}" type="presOf" srcId="{2BF6ED77-A88A-4ABB-B788-9DB6A4FFC509}" destId="{49CF721C-9354-4747-AA69-0DBCBF1D5516}" srcOrd="0" destOrd="0" presId="urn:microsoft.com/office/officeart/2005/8/layout/orgChart1"/>
    <dgm:cxn modelId="{DEA9BB6F-16B7-4BC1-ABC3-2529BBEE467F}" type="presOf" srcId="{7716046D-55D4-452E-8F20-D64FF960C9B3}" destId="{7247C5AF-0517-4A85-BEE9-A83E7ADD029D}" srcOrd="0" destOrd="0" presId="urn:microsoft.com/office/officeart/2005/8/layout/orgChart1"/>
    <dgm:cxn modelId="{04AB4870-8D5F-40A1-9282-D962071B733B}" type="presOf" srcId="{31A17BF6-DE28-4913-83DD-23A40720A6ED}" destId="{5558374B-6B04-4E2C-BDFA-27478DBFFA4C}" srcOrd="0" destOrd="0" presId="urn:microsoft.com/office/officeart/2005/8/layout/orgChart1"/>
    <dgm:cxn modelId="{7F0D1771-D1F3-459E-AC1E-4C25C89BA379}" type="presOf" srcId="{40AD475A-EDD0-4309-8D4E-4C56D85B6056}" destId="{6768F7C9-A931-455B-A52E-F054F90DD3CE}" srcOrd="1" destOrd="0" presId="urn:microsoft.com/office/officeart/2005/8/layout/orgChart1"/>
    <dgm:cxn modelId="{7EDFFF71-DDFD-4453-842C-31D733DFFDC8}" type="presOf" srcId="{34B7FDE8-8522-4B1F-961F-EBFE9DFFB0BA}" destId="{655EC4C2-5C95-4945-AC8E-570D07C7EEAD}" srcOrd="0" destOrd="0" presId="urn:microsoft.com/office/officeart/2005/8/layout/orgChart1"/>
    <dgm:cxn modelId="{709A0D73-0A4A-4566-861C-F77AB71F83AB}" type="presOf" srcId="{40AD475A-EDD0-4309-8D4E-4C56D85B6056}" destId="{21EBAB59-61CB-49CF-9C05-5455C0597578}" srcOrd="0" destOrd="0" presId="urn:microsoft.com/office/officeart/2005/8/layout/orgChart1"/>
    <dgm:cxn modelId="{27A74C54-3AD2-418F-9B7F-524AB9D1597E}" srcId="{F2EE8832-4355-4BC9-8D43-9284A2718554}" destId="{67BA4809-D397-42B8-B0F6-4BAD7EAD01A1}" srcOrd="3" destOrd="0" parTransId="{E21B567F-705F-49F4-95C8-E45A7CB6D2A9}" sibTransId="{4048F378-594C-423F-A030-3F1AC75E5BB0}"/>
    <dgm:cxn modelId="{67761775-B1B4-4DC6-8BE1-58ED17A81799}" type="presOf" srcId="{A7B09EAF-B329-4EF3-A025-B9C49DBAB4B8}" destId="{575D206C-AF94-4C7D-A910-26773F038D65}" srcOrd="1" destOrd="0" presId="urn:microsoft.com/office/officeart/2005/8/layout/orgChart1"/>
    <dgm:cxn modelId="{705BBF76-470F-41EA-9896-4CA3CFB55ABA}" type="presOf" srcId="{72C598DC-11CA-438A-B8B6-E60E37C35F7E}" destId="{AAE818CE-D1B4-48F0-87BC-EEF2C96DF2A5}" srcOrd="0" destOrd="0" presId="urn:microsoft.com/office/officeart/2005/8/layout/orgChart1"/>
    <dgm:cxn modelId="{1289D056-EF9D-43E3-BD68-F9493FA4C47C}" type="presOf" srcId="{AB823CA9-2551-431F-8DE2-13BCE83EEC99}" destId="{1A31EF6D-BC04-478D-BE3C-9CAE4FB2D9BC}" srcOrd="0" destOrd="0" presId="urn:microsoft.com/office/officeart/2005/8/layout/orgChart1"/>
    <dgm:cxn modelId="{FA4C1777-4DD8-4FED-B492-64949DD497EE}" type="presOf" srcId="{DF5BEA9E-5F23-43C5-8A69-AD0EB87ED0C8}" destId="{9F3EAFE2-7BC5-49E5-A4EE-DDDD02E106BA}" srcOrd="0" destOrd="0" presId="urn:microsoft.com/office/officeart/2005/8/layout/orgChart1"/>
    <dgm:cxn modelId="{B2C94E77-F3F5-4822-A35A-91701FA5FE4A}" type="presOf" srcId="{DCDA5BA7-9AAB-4D8A-8297-9C48FAF13228}" destId="{CD645A87-53C7-405E-B453-7A05FF5C269F}" srcOrd="0" destOrd="0" presId="urn:microsoft.com/office/officeart/2005/8/layout/orgChart1"/>
    <dgm:cxn modelId="{732A0259-B2F3-4A09-AFF1-3E21D2E3C790}" type="presOf" srcId="{EC30E44B-9F61-461F-94EF-B77A848B6370}" destId="{E1BBA84A-B921-43B6-B38A-DCED83D3B83C}" srcOrd="1" destOrd="0" presId="urn:microsoft.com/office/officeart/2005/8/layout/orgChart1"/>
    <dgm:cxn modelId="{C019307C-E97E-4807-BFD5-BBBBDE9A84DA}" type="presOf" srcId="{2BF6ED77-A88A-4ABB-B788-9DB6A4FFC509}" destId="{669CAAA3-E047-476E-AFBB-C06DF423A67D}" srcOrd="1" destOrd="0" presId="urn:microsoft.com/office/officeart/2005/8/layout/orgChart1"/>
    <dgm:cxn modelId="{7ADCA57C-EA8B-4C49-AFD4-C7DAA83712E9}" type="presOf" srcId="{BA80A99C-F862-427B-83CE-ED7891F1CAA8}" destId="{B9BCEFBB-A297-4A9A-AD86-E01DFA3361E3}" srcOrd="0" destOrd="0" presId="urn:microsoft.com/office/officeart/2005/8/layout/orgChart1"/>
    <dgm:cxn modelId="{D1B03A86-F62A-468D-AE65-C83E7070B877}" type="presOf" srcId="{D16BF195-C66B-4DA5-9DCC-7F969DAEBC7C}" destId="{C389DD93-68FB-4B40-94FE-B32A7EB6200C}" srcOrd="0" destOrd="0" presId="urn:microsoft.com/office/officeart/2005/8/layout/orgChart1"/>
    <dgm:cxn modelId="{4132F986-D24F-41A8-A26E-BA28D3A70FBD}" type="presOf" srcId="{E21B567F-705F-49F4-95C8-E45A7CB6D2A9}" destId="{7FDFB02A-5A34-41F9-B505-A1C62058932C}" srcOrd="0" destOrd="0" presId="urn:microsoft.com/office/officeart/2005/8/layout/orgChart1"/>
    <dgm:cxn modelId="{FE9D1591-FD2A-4276-BC17-99169F99AE24}" type="presOf" srcId="{F7F98BE1-10A1-4BEA-AFBE-05CB6C6DF0EA}" destId="{B2D0A57B-D8C6-47BF-B414-EAA5A38FC0BB}" srcOrd="0" destOrd="0" presId="urn:microsoft.com/office/officeart/2005/8/layout/orgChart1"/>
    <dgm:cxn modelId="{0D253D92-E65C-41E1-BBC3-F9C860384F72}" type="presOf" srcId="{5455D01F-A73E-419D-9610-95AEA0EF543E}" destId="{981DEB41-7DF9-4003-AE23-55CF18506182}" srcOrd="1" destOrd="0" presId="urn:microsoft.com/office/officeart/2005/8/layout/orgChart1"/>
    <dgm:cxn modelId="{2510ED93-7926-49E7-BB61-528D205FD403}" type="presOf" srcId="{AA0513BE-B3FB-4A12-B657-3F9B9F557361}" destId="{315387F2-B085-4B5A-BB64-236B09D05C30}" srcOrd="0" destOrd="0" presId="urn:microsoft.com/office/officeart/2005/8/layout/orgChart1"/>
    <dgm:cxn modelId="{ED1BAB98-4EB0-4F66-A3A8-B4D124DB2A8F}" type="presOf" srcId="{72C598DC-11CA-438A-B8B6-E60E37C35F7E}" destId="{B25F2210-A4B9-41F6-A13C-FB4EB4F33269}" srcOrd="1" destOrd="0" presId="urn:microsoft.com/office/officeart/2005/8/layout/orgChart1"/>
    <dgm:cxn modelId="{C0FDE29A-1373-4A50-8D52-3CC3528B02FE}" srcId="{24E7C279-788B-4758-8209-A553242DC8D9}" destId="{098DAF9F-DFF0-4C8E-8385-1A6CF494D63B}" srcOrd="0" destOrd="0" parTransId="{0B00AD25-BEDC-4C81-8A16-2FC670CD2413}" sibTransId="{E52686A5-4FBF-4716-9B19-99D6B47D339B}"/>
    <dgm:cxn modelId="{BEE68E9C-C01D-46F0-95FE-9CBF1DE7D29A}" srcId="{F2EE8832-4355-4BC9-8D43-9284A2718554}" destId="{2132501D-A011-4BAC-9B76-AE70FFE286C7}" srcOrd="4" destOrd="0" parTransId="{DCDA5BA7-9AAB-4D8A-8297-9C48FAF13228}" sibTransId="{CA68A8FD-3540-4E92-9D2D-34CAA1E648C8}"/>
    <dgm:cxn modelId="{D6ECBB9D-652A-43FB-9CE8-937A3236DFC0}" type="presOf" srcId="{8BCFE537-33DD-4EFB-A699-136DF879429F}" destId="{7FDEB4EA-50DB-4890-A733-8AFA5159DE9A}" srcOrd="0" destOrd="0" presId="urn:microsoft.com/office/officeart/2005/8/layout/orgChart1"/>
    <dgm:cxn modelId="{0D54A69F-9649-4E42-A90C-5466FE96CB25}" type="presOf" srcId="{7B675321-01EA-468D-995D-240E0CAADE52}" destId="{115BB887-53FB-412D-86DA-ECD77710780B}" srcOrd="0" destOrd="0" presId="urn:microsoft.com/office/officeart/2005/8/layout/orgChart1"/>
    <dgm:cxn modelId="{D3C2C69F-3FBA-4272-A06E-EF60D908A525}" type="presOf" srcId="{098DAF9F-DFF0-4C8E-8385-1A6CF494D63B}" destId="{586B1A47-90F1-4532-AC56-C3C72913E051}" srcOrd="1" destOrd="0" presId="urn:microsoft.com/office/officeart/2005/8/layout/orgChart1"/>
    <dgm:cxn modelId="{8B66E0A0-8B40-46D8-894F-E211853C7F34}" type="presOf" srcId="{1C2A0C06-AC04-49A4-AC08-1BC860A23151}" destId="{1805C43F-A7D4-4F19-B82D-ABC3633DF5AE}" srcOrd="1" destOrd="0" presId="urn:microsoft.com/office/officeart/2005/8/layout/orgChart1"/>
    <dgm:cxn modelId="{ED4739A5-0CA9-45AD-A63F-16C10112E9B7}" type="presOf" srcId="{D3AFD30E-A3C4-4B7E-97D3-1BEE8F5B5905}" destId="{89943DF0-808D-460B-88FD-859FC9537549}" srcOrd="1" destOrd="0" presId="urn:microsoft.com/office/officeart/2005/8/layout/orgChart1"/>
    <dgm:cxn modelId="{97B57AA6-D9B9-4D1B-82F6-BEE9241B936B}" type="presOf" srcId="{3766371D-FD30-4619-872B-ADDBAD7481B0}" destId="{EDD4A4C7-5D43-4918-B1C0-32E73C85F306}" srcOrd="0" destOrd="0" presId="urn:microsoft.com/office/officeart/2005/8/layout/orgChart1"/>
    <dgm:cxn modelId="{26A470A8-7F76-458A-A553-693A3630B79A}" type="presOf" srcId="{5455D01F-A73E-419D-9610-95AEA0EF543E}" destId="{84361334-1E40-4DD5-B3DD-5427B53C5E36}" srcOrd="0" destOrd="0" presId="urn:microsoft.com/office/officeart/2005/8/layout/orgChart1"/>
    <dgm:cxn modelId="{7E5B8EB1-6FD6-49EA-A63B-FAE37F6B0E97}" srcId="{72C598DC-11CA-438A-B8B6-E60E37C35F7E}" destId="{F2EE8832-4355-4BC9-8D43-9284A2718554}" srcOrd="4" destOrd="0" parTransId="{34B7FDE8-8522-4B1F-961F-EBFE9DFFB0BA}" sibTransId="{D2B6AD9F-5649-45E7-BB95-DD5706D6F881}"/>
    <dgm:cxn modelId="{7FBB96B8-71E3-40DC-9B50-77D07C9E5868}" type="presOf" srcId="{F2EE8832-4355-4BC9-8D43-9284A2718554}" destId="{A40D27C5-7F86-4A07-A480-1FA69BF4493E}" srcOrd="1" destOrd="0" presId="urn:microsoft.com/office/officeart/2005/8/layout/orgChart1"/>
    <dgm:cxn modelId="{BD8663BB-7C8E-4782-9C89-4FC34CA3E012}" srcId="{72C598DC-11CA-438A-B8B6-E60E37C35F7E}" destId="{24E7C279-788B-4758-8209-A553242DC8D9}" srcOrd="1" destOrd="0" parTransId="{818C07ED-BCBA-41EA-8ED5-1569C2B0460F}" sibTransId="{31C810B6-3113-477A-90A8-016C7E52E0AA}"/>
    <dgm:cxn modelId="{CBB9BDBC-DDF5-432D-9093-60C20F1E65CE}" type="presOf" srcId="{EC30E44B-9F61-461F-94EF-B77A848B6370}" destId="{A41391C4-0CC6-48B5-A27C-77E6B37F0A4B}" srcOrd="0" destOrd="0" presId="urn:microsoft.com/office/officeart/2005/8/layout/orgChart1"/>
    <dgm:cxn modelId="{2B5133C3-A1DF-422F-B18D-4ACEB21E0AA6}" srcId="{E8F413EF-B69A-44AD-BEF5-269A53317A58}" destId="{72C598DC-11CA-438A-B8B6-E60E37C35F7E}" srcOrd="0" destOrd="0" parTransId="{A957853F-88FE-4066-A418-8B15330AFBB0}" sibTransId="{A2F703D2-5124-4271-8D73-94078BD159FD}"/>
    <dgm:cxn modelId="{4A7F07CA-4861-468F-AAAB-8FEF60792FEB}" type="presOf" srcId="{FA6081E3-9B26-4607-BEFB-5ABD5CA04829}" destId="{39346974-50EE-42A0-9C61-99F5C256C2FE}" srcOrd="0" destOrd="0" presId="urn:microsoft.com/office/officeart/2005/8/layout/orgChart1"/>
    <dgm:cxn modelId="{0133E2D5-1B6F-4F16-909C-78FCFEC5F26C}" type="presOf" srcId="{D16BF195-C66B-4DA5-9DCC-7F969DAEBC7C}" destId="{515687C8-3FEA-4136-A1E6-D5B4B47B6F50}" srcOrd="1" destOrd="0" presId="urn:microsoft.com/office/officeart/2005/8/layout/orgChart1"/>
    <dgm:cxn modelId="{DE5294D8-C2A5-4AA6-945B-CC7C1543E965}" type="presOf" srcId="{F0DD00CB-F210-40FF-9705-408D6696FC68}" destId="{388B2EA5-2CDC-4E89-B8C1-922680C62C46}" srcOrd="0" destOrd="0" presId="urn:microsoft.com/office/officeart/2005/8/layout/orgChart1"/>
    <dgm:cxn modelId="{899B99DC-E06B-4075-A867-0BDFAC020261}" srcId="{24E7C279-788B-4758-8209-A553242DC8D9}" destId="{AB823CA9-2551-431F-8DE2-13BCE83EEC99}" srcOrd="1" destOrd="0" parTransId="{7B675321-01EA-468D-995D-240E0CAADE52}" sibTransId="{E60811BE-8BB8-4C1E-ACD7-C7A37926DB90}"/>
    <dgm:cxn modelId="{ED6DDCDD-3B05-4DDA-AE5C-53B4AE9B6A1C}" type="presOf" srcId="{098BBF8C-2DC3-435D-B805-A901135CC67C}" destId="{66FB7C22-2B21-436C-A8E4-E879D8688251}" srcOrd="1" destOrd="0" presId="urn:microsoft.com/office/officeart/2005/8/layout/orgChart1"/>
    <dgm:cxn modelId="{96F922DE-B2AD-46C9-839E-CC5601686CB3}" type="presOf" srcId="{22B96CDD-DA1A-402F-A9E3-9BDE6C3FF5DB}" destId="{239B1DE2-1C06-464E-862B-7373A45B085A}" srcOrd="0" destOrd="0" presId="urn:microsoft.com/office/officeart/2005/8/layout/orgChart1"/>
    <dgm:cxn modelId="{5FEC6EDF-6146-4325-96AE-0C59E5A22703}" type="presOf" srcId="{68491212-59C9-44E6-8C4B-6D826671917F}" destId="{1D5C0A4C-553F-4334-BFC1-3872EC2C58DC}" srcOrd="0" destOrd="0" presId="urn:microsoft.com/office/officeart/2005/8/layout/orgChart1"/>
    <dgm:cxn modelId="{B8B8D0DF-1901-437E-8A77-D370B9957FDA}" type="presOf" srcId="{7DFC241E-6F0C-41DE-92D0-D822A9B34475}" destId="{85B2214E-689D-49ED-A91E-658E6FAF6721}" srcOrd="0" destOrd="0" presId="urn:microsoft.com/office/officeart/2005/8/layout/orgChart1"/>
    <dgm:cxn modelId="{7D2328E2-B4BB-4013-A606-7E654D40148A}" srcId="{D16BF195-C66B-4DA5-9DCC-7F969DAEBC7C}" destId="{2BF6ED77-A88A-4ABB-B788-9DB6A4FFC509}" srcOrd="2" destOrd="0" parTransId="{F7F98BE1-10A1-4BEA-AFBE-05CB6C6DF0EA}" sibTransId="{50A7B357-6A77-4CF7-949E-8D42B51ED7D5}"/>
    <dgm:cxn modelId="{F33518E6-CCEF-426B-9FBF-C63FFF78544F}" srcId="{D16BF195-C66B-4DA5-9DCC-7F969DAEBC7C}" destId="{FC5A0701-300E-4F7F-9AA3-37404EE8186A}" srcOrd="0" destOrd="0" parTransId="{DFBE7ABA-619E-4205-86D9-74D2B79BF77B}" sibTransId="{D003E17B-B1D5-481D-93BB-A2B882326CE9}"/>
    <dgm:cxn modelId="{9DBFFAE6-E04A-45EE-8AFB-D30508BAB06F}" type="presOf" srcId="{818C07ED-BCBA-41EA-8ED5-1569C2B0460F}" destId="{2ECA5EE0-4373-415B-856B-911AB1D35CDD}" srcOrd="0" destOrd="0" presId="urn:microsoft.com/office/officeart/2005/8/layout/orgChart1"/>
    <dgm:cxn modelId="{6AC2C4E7-6672-440C-AEAD-47B06B38FFB1}" srcId="{72C598DC-11CA-438A-B8B6-E60E37C35F7E}" destId="{1C2A0C06-AC04-49A4-AC08-1BC860A23151}" srcOrd="2" destOrd="0" parTransId="{DA026AA3-D0F4-4A09-AB66-0D1E4C84272B}" sibTransId="{09FCCE2B-D208-4207-B5C2-26AD5D411F34}"/>
    <dgm:cxn modelId="{159535E8-2144-42C3-94F5-C804F3692BC0}" type="presOf" srcId="{34541C07-4F28-434B-8B8B-7DC1FB0CD873}" destId="{848ADCAF-4CDA-4705-9234-1174DE5CF33B}" srcOrd="0" destOrd="0" presId="urn:microsoft.com/office/officeart/2005/8/layout/orgChart1"/>
    <dgm:cxn modelId="{80A081E9-EA44-49A6-953B-F526E53F7F32}" srcId="{F2EE8832-4355-4BC9-8D43-9284A2718554}" destId="{8A44A411-57FF-41AC-B51A-109571A71A9C}" srcOrd="2" destOrd="0" parTransId="{31A17BF6-DE28-4913-83DD-23A40720A6ED}" sibTransId="{7483FE6E-41DB-4E29-83E8-08EA49678A01}"/>
    <dgm:cxn modelId="{8EF350EB-C1A5-4DF0-8D62-EC38CDC97B26}" type="presOf" srcId="{C872ADC4-3543-4EAC-B235-381C49CB2448}" destId="{01AE1ADC-D145-4FE5-AEF3-A95BCE2478CB}" srcOrd="0" destOrd="0" presId="urn:microsoft.com/office/officeart/2005/8/layout/orgChart1"/>
    <dgm:cxn modelId="{A44DEAED-2F7D-4718-959F-3184F23B5B6E}" type="presOf" srcId="{24E7C279-788B-4758-8209-A553242DC8D9}" destId="{68708279-B6C3-4AE6-AC7D-57ED2BD8954F}" srcOrd="0" destOrd="0" presId="urn:microsoft.com/office/officeart/2005/8/layout/orgChart1"/>
    <dgm:cxn modelId="{65CD73EE-18B5-4726-AF1C-FD1335C9B340}" srcId="{D16BF195-C66B-4DA5-9DCC-7F969DAEBC7C}" destId="{098BBF8C-2DC3-435D-B805-A901135CC67C}" srcOrd="3" destOrd="0" parTransId="{7716046D-55D4-452E-8F20-D64FF960C9B3}" sibTransId="{0EC9BC9B-C65B-46BD-87F7-70467B3C1418}"/>
    <dgm:cxn modelId="{9D4B15F1-F08A-4180-98DA-B69874A69C07}" type="presOf" srcId="{F2EE8832-4355-4BC9-8D43-9284A2718554}" destId="{DC844560-572E-483F-B9F0-B0490153546E}" srcOrd="0" destOrd="0" presId="urn:microsoft.com/office/officeart/2005/8/layout/orgChart1"/>
    <dgm:cxn modelId="{4CC294F2-69BC-4F62-972F-65A8A784485E}" type="presOf" srcId="{FC5A0701-300E-4F7F-9AA3-37404EE8186A}" destId="{27E09599-ECB4-4D79-82EC-7C00068C77A1}" srcOrd="0" destOrd="0" presId="urn:microsoft.com/office/officeart/2005/8/layout/orgChart1"/>
    <dgm:cxn modelId="{A8233FF6-A7C8-4600-A902-A780DD1ACC92}" type="presOf" srcId="{1C2A0C06-AC04-49A4-AC08-1BC860A23151}" destId="{193C8A81-4D98-40D1-BA74-8EFF2A071041}" srcOrd="0" destOrd="0" presId="urn:microsoft.com/office/officeart/2005/8/layout/orgChart1"/>
    <dgm:cxn modelId="{4DCFA7FE-E0E0-493F-9D61-6056A18EF099}" type="presOf" srcId="{8A44A411-57FF-41AC-B51A-109571A71A9C}" destId="{819A9BB9-DE58-4A06-971F-A5389C5BBC75}" srcOrd="0" destOrd="0" presId="urn:microsoft.com/office/officeart/2005/8/layout/orgChart1"/>
    <dgm:cxn modelId="{638C3754-B385-4C06-8AC9-9B239FCB3573}" type="presParOf" srcId="{E7423A30-5807-43A5-A819-88610A3B2253}" destId="{61F23884-21A7-4094-AFFC-EE976343A561}" srcOrd="0" destOrd="0" presId="urn:microsoft.com/office/officeart/2005/8/layout/orgChart1"/>
    <dgm:cxn modelId="{5CADAD10-5089-48B8-9616-94803720661F}" type="presParOf" srcId="{61F23884-21A7-4094-AFFC-EE976343A561}" destId="{DBDAD83E-EB1A-4B93-9A6C-AA99C4B2EF64}" srcOrd="0" destOrd="0" presId="urn:microsoft.com/office/officeart/2005/8/layout/orgChart1"/>
    <dgm:cxn modelId="{64C43B51-541E-4D56-ADC9-09DD464343FC}" type="presParOf" srcId="{DBDAD83E-EB1A-4B93-9A6C-AA99C4B2EF64}" destId="{AAE818CE-D1B4-48F0-87BC-EEF2C96DF2A5}" srcOrd="0" destOrd="0" presId="urn:microsoft.com/office/officeart/2005/8/layout/orgChart1"/>
    <dgm:cxn modelId="{02EEE2F2-E87D-4A7F-8E70-E6694E780932}" type="presParOf" srcId="{DBDAD83E-EB1A-4B93-9A6C-AA99C4B2EF64}" destId="{B25F2210-A4B9-41F6-A13C-FB4EB4F33269}" srcOrd="1" destOrd="0" presId="urn:microsoft.com/office/officeart/2005/8/layout/orgChart1"/>
    <dgm:cxn modelId="{487936E7-401F-46E8-9087-928931C517EF}" type="presParOf" srcId="{61F23884-21A7-4094-AFFC-EE976343A561}" destId="{0FE96579-82A1-4F09-BC50-81D32E224895}" srcOrd="1" destOrd="0" presId="urn:microsoft.com/office/officeart/2005/8/layout/orgChart1"/>
    <dgm:cxn modelId="{DE37FC5D-1398-417B-B33A-12E562E53D83}" type="presParOf" srcId="{0FE96579-82A1-4F09-BC50-81D32E224895}" destId="{85B2214E-689D-49ED-A91E-658E6FAF6721}" srcOrd="0" destOrd="0" presId="urn:microsoft.com/office/officeart/2005/8/layout/orgChart1"/>
    <dgm:cxn modelId="{C238F013-6595-4D7E-BECF-D13BD96C3452}" type="presParOf" srcId="{0FE96579-82A1-4F09-BC50-81D32E224895}" destId="{7D919ED1-DBBF-42EA-A107-8DBA2A95D8F7}" srcOrd="1" destOrd="0" presId="urn:microsoft.com/office/officeart/2005/8/layout/orgChart1"/>
    <dgm:cxn modelId="{21DFCD9F-14F2-4A0F-BA39-988AAB34D693}" type="presParOf" srcId="{7D919ED1-DBBF-42EA-A107-8DBA2A95D8F7}" destId="{F61A0277-765A-4B56-B520-D9951A76AC96}" srcOrd="0" destOrd="0" presId="urn:microsoft.com/office/officeart/2005/8/layout/orgChart1"/>
    <dgm:cxn modelId="{F7177ED4-A0B4-47E8-9FF6-925F18888B94}" type="presParOf" srcId="{F61A0277-765A-4B56-B520-D9951A76AC96}" destId="{C389DD93-68FB-4B40-94FE-B32A7EB6200C}" srcOrd="0" destOrd="0" presId="urn:microsoft.com/office/officeart/2005/8/layout/orgChart1"/>
    <dgm:cxn modelId="{9C1FF6A0-FD11-4C26-82CB-2B274EE29BA6}" type="presParOf" srcId="{F61A0277-765A-4B56-B520-D9951A76AC96}" destId="{515687C8-3FEA-4136-A1E6-D5B4B47B6F50}" srcOrd="1" destOrd="0" presId="urn:microsoft.com/office/officeart/2005/8/layout/orgChart1"/>
    <dgm:cxn modelId="{03699260-26F6-4A94-9646-6949E04096E4}" type="presParOf" srcId="{7D919ED1-DBBF-42EA-A107-8DBA2A95D8F7}" destId="{CDE91C0E-58CD-4478-BCFB-BA0B8F3612A5}" srcOrd="1" destOrd="0" presId="urn:microsoft.com/office/officeart/2005/8/layout/orgChart1"/>
    <dgm:cxn modelId="{066E064B-2B24-4F38-9CFD-633E793F4BCA}" type="presParOf" srcId="{CDE91C0E-58CD-4478-BCFB-BA0B8F3612A5}" destId="{BAF650F5-B0D2-4A63-8F11-AC0EB35E413C}" srcOrd="0" destOrd="0" presId="urn:microsoft.com/office/officeart/2005/8/layout/orgChart1"/>
    <dgm:cxn modelId="{D08D02D0-7FF0-4B94-9352-D98DF7004904}" type="presParOf" srcId="{CDE91C0E-58CD-4478-BCFB-BA0B8F3612A5}" destId="{2DC52417-53CA-47D4-95CB-4F96EB21C9D1}" srcOrd="1" destOrd="0" presId="urn:microsoft.com/office/officeart/2005/8/layout/orgChart1"/>
    <dgm:cxn modelId="{3F2CBFCB-0AEC-4912-9FD9-3283DB0008A7}" type="presParOf" srcId="{2DC52417-53CA-47D4-95CB-4F96EB21C9D1}" destId="{E04054AD-2968-4E5E-9910-E8E4CC6DC8D4}" srcOrd="0" destOrd="0" presId="urn:microsoft.com/office/officeart/2005/8/layout/orgChart1"/>
    <dgm:cxn modelId="{7C6851A2-CE56-4837-965C-2161455BCF07}" type="presParOf" srcId="{E04054AD-2968-4E5E-9910-E8E4CC6DC8D4}" destId="{27E09599-ECB4-4D79-82EC-7C00068C77A1}" srcOrd="0" destOrd="0" presId="urn:microsoft.com/office/officeart/2005/8/layout/orgChart1"/>
    <dgm:cxn modelId="{4F9E43C2-E616-47F6-99D7-50653AE269D7}" type="presParOf" srcId="{E04054AD-2968-4E5E-9910-E8E4CC6DC8D4}" destId="{9809CC2C-F2B8-4731-B88E-9AAD2B36C6AB}" srcOrd="1" destOrd="0" presId="urn:microsoft.com/office/officeart/2005/8/layout/orgChart1"/>
    <dgm:cxn modelId="{D1D46B26-FD1E-4C7C-8AC6-387011202376}" type="presParOf" srcId="{2DC52417-53CA-47D4-95CB-4F96EB21C9D1}" destId="{F8DB0AA9-236C-4B90-9B11-F43B4C19E0A8}" srcOrd="1" destOrd="0" presId="urn:microsoft.com/office/officeart/2005/8/layout/orgChart1"/>
    <dgm:cxn modelId="{8E43234E-9F5D-4728-89F7-8D54B5E2FF13}" type="presParOf" srcId="{2DC52417-53CA-47D4-95CB-4F96EB21C9D1}" destId="{B75B261D-4477-40F0-B30E-B404D2F4D130}" srcOrd="2" destOrd="0" presId="urn:microsoft.com/office/officeart/2005/8/layout/orgChart1"/>
    <dgm:cxn modelId="{C5473155-E67E-4FC3-87E8-B522909069D4}" type="presParOf" srcId="{CDE91C0E-58CD-4478-BCFB-BA0B8F3612A5}" destId="{B9BCEFBB-A297-4A9A-AD86-E01DFA3361E3}" srcOrd="2" destOrd="0" presId="urn:microsoft.com/office/officeart/2005/8/layout/orgChart1"/>
    <dgm:cxn modelId="{A14266ED-FB5E-4AC2-AF5E-C5A2A4A04E5C}" type="presParOf" srcId="{CDE91C0E-58CD-4478-BCFB-BA0B8F3612A5}" destId="{993B5FF8-609E-4E77-B3BD-94B2E6FE7AA7}" srcOrd="3" destOrd="0" presId="urn:microsoft.com/office/officeart/2005/8/layout/orgChart1"/>
    <dgm:cxn modelId="{62BC5BCB-9227-4F98-8CE4-EBD3FAF390D9}" type="presParOf" srcId="{993B5FF8-609E-4E77-B3BD-94B2E6FE7AA7}" destId="{55B01153-A28D-4394-8573-D909D424F218}" srcOrd="0" destOrd="0" presId="urn:microsoft.com/office/officeart/2005/8/layout/orgChart1"/>
    <dgm:cxn modelId="{02795BEC-2915-4BAB-8E2A-1B67A1F5774F}" type="presParOf" srcId="{55B01153-A28D-4394-8573-D909D424F218}" destId="{0CDFBC02-1B3F-4F54-A810-FBED22430D57}" srcOrd="0" destOrd="0" presId="urn:microsoft.com/office/officeart/2005/8/layout/orgChart1"/>
    <dgm:cxn modelId="{26ADADB7-0A6D-40B9-9DB8-4A9E489B4605}" type="presParOf" srcId="{55B01153-A28D-4394-8573-D909D424F218}" destId="{49D4F52B-B452-445D-9B76-685E180F8974}" srcOrd="1" destOrd="0" presId="urn:microsoft.com/office/officeart/2005/8/layout/orgChart1"/>
    <dgm:cxn modelId="{9D09A393-00E5-4CD6-9E09-872390D1C5A5}" type="presParOf" srcId="{993B5FF8-609E-4E77-B3BD-94B2E6FE7AA7}" destId="{3792E8F8-5821-4210-9CE5-0747A74F06F1}" srcOrd="1" destOrd="0" presId="urn:microsoft.com/office/officeart/2005/8/layout/orgChart1"/>
    <dgm:cxn modelId="{98419B42-B60B-4F31-987C-64E2D5B48873}" type="presParOf" srcId="{993B5FF8-609E-4E77-B3BD-94B2E6FE7AA7}" destId="{77E5641E-03DC-4B59-9020-37E94416CB80}" srcOrd="2" destOrd="0" presId="urn:microsoft.com/office/officeart/2005/8/layout/orgChart1"/>
    <dgm:cxn modelId="{C44A474F-5ECA-4484-A24C-A3A69DB46F86}" type="presParOf" srcId="{CDE91C0E-58CD-4478-BCFB-BA0B8F3612A5}" destId="{B2D0A57B-D8C6-47BF-B414-EAA5A38FC0BB}" srcOrd="4" destOrd="0" presId="urn:microsoft.com/office/officeart/2005/8/layout/orgChart1"/>
    <dgm:cxn modelId="{040F7C07-D877-4C89-A949-8ECC192998FD}" type="presParOf" srcId="{CDE91C0E-58CD-4478-BCFB-BA0B8F3612A5}" destId="{9630DC7C-2B6F-4E96-8636-C4CEB0292C40}" srcOrd="5" destOrd="0" presId="urn:microsoft.com/office/officeart/2005/8/layout/orgChart1"/>
    <dgm:cxn modelId="{60506692-CC54-4746-9E7A-A6E76D69EE10}" type="presParOf" srcId="{9630DC7C-2B6F-4E96-8636-C4CEB0292C40}" destId="{F172D64D-7BCC-48C3-B6A6-9E7BEDE4B1DD}" srcOrd="0" destOrd="0" presId="urn:microsoft.com/office/officeart/2005/8/layout/orgChart1"/>
    <dgm:cxn modelId="{FCA0CACE-8C21-4413-839F-E25A71185D9B}" type="presParOf" srcId="{F172D64D-7BCC-48C3-B6A6-9E7BEDE4B1DD}" destId="{49CF721C-9354-4747-AA69-0DBCBF1D5516}" srcOrd="0" destOrd="0" presId="urn:microsoft.com/office/officeart/2005/8/layout/orgChart1"/>
    <dgm:cxn modelId="{F5DCF62F-0192-48C5-80BC-E99232362967}" type="presParOf" srcId="{F172D64D-7BCC-48C3-B6A6-9E7BEDE4B1DD}" destId="{669CAAA3-E047-476E-AFBB-C06DF423A67D}" srcOrd="1" destOrd="0" presId="urn:microsoft.com/office/officeart/2005/8/layout/orgChart1"/>
    <dgm:cxn modelId="{2D04967D-B914-42A8-A881-AA6E396BA906}" type="presParOf" srcId="{9630DC7C-2B6F-4E96-8636-C4CEB0292C40}" destId="{6F73957E-FD44-43F3-82A1-2BE9F06A36D3}" srcOrd="1" destOrd="0" presId="urn:microsoft.com/office/officeart/2005/8/layout/orgChart1"/>
    <dgm:cxn modelId="{67275F7D-F71C-4079-B963-C0AA7D86CD87}" type="presParOf" srcId="{9630DC7C-2B6F-4E96-8636-C4CEB0292C40}" destId="{A4207937-D3B3-47A7-89C0-1C98F0E4323B}" srcOrd="2" destOrd="0" presId="urn:microsoft.com/office/officeart/2005/8/layout/orgChart1"/>
    <dgm:cxn modelId="{61B79C9F-4B05-4E6F-86BE-46040724960C}" type="presParOf" srcId="{CDE91C0E-58CD-4478-BCFB-BA0B8F3612A5}" destId="{7247C5AF-0517-4A85-BEE9-A83E7ADD029D}" srcOrd="6" destOrd="0" presId="urn:microsoft.com/office/officeart/2005/8/layout/orgChart1"/>
    <dgm:cxn modelId="{4B7F0620-1584-43D7-A594-ECE072453ABF}" type="presParOf" srcId="{CDE91C0E-58CD-4478-BCFB-BA0B8F3612A5}" destId="{BA7D36F5-DAB5-4047-9BCD-D60A8483F4CB}" srcOrd="7" destOrd="0" presId="urn:microsoft.com/office/officeart/2005/8/layout/orgChart1"/>
    <dgm:cxn modelId="{DCBAAD2F-C049-495C-87D9-241D096F209E}" type="presParOf" srcId="{BA7D36F5-DAB5-4047-9BCD-D60A8483F4CB}" destId="{C959B527-BB4A-4121-AA5F-C58AED2B7C0C}" srcOrd="0" destOrd="0" presId="urn:microsoft.com/office/officeart/2005/8/layout/orgChart1"/>
    <dgm:cxn modelId="{4FD34EDB-166A-4F55-BFB5-700DFE4DE7C5}" type="presParOf" srcId="{C959B527-BB4A-4121-AA5F-C58AED2B7C0C}" destId="{73BD2D37-DE34-44C2-BDE0-EA663C832D4D}" srcOrd="0" destOrd="0" presId="urn:microsoft.com/office/officeart/2005/8/layout/orgChart1"/>
    <dgm:cxn modelId="{33B0AC71-8F0E-4942-B3F0-D8EFBCE5C363}" type="presParOf" srcId="{C959B527-BB4A-4121-AA5F-C58AED2B7C0C}" destId="{66FB7C22-2B21-436C-A8E4-E879D8688251}" srcOrd="1" destOrd="0" presId="urn:microsoft.com/office/officeart/2005/8/layout/orgChart1"/>
    <dgm:cxn modelId="{A638CB6F-3277-4B98-9F2D-C70EF22A5D90}" type="presParOf" srcId="{BA7D36F5-DAB5-4047-9BCD-D60A8483F4CB}" destId="{62C7726B-A535-4658-9422-EEBC0C63A126}" srcOrd="1" destOrd="0" presId="urn:microsoft.com/office/officeart/2005/8/layout/orgChart1"/>
    <dgm:cxn modelId="{1E4CB4BF-D124-4251-9366-7840AB7E41DC}" type="presParOf" srcId="{BA7D36F5-DAB5-4047-9BCD-D60A8483F4CB}" destId="{91779264-0D4D-4E88-BF9F-A82ECDB67E35}" srcOrd="2" destOrd="0" presId="urn:microsoft.com/office/officeart/2005/8/layout/orgChart1"/>
    <dgm:cxn modelId="{9ACD50B8-75A0-45C8-AF71-E05438F4714D}" type="presParOf" srcId="{7D919ED1-DBBF-42EA-A107-8DBA2A95D8F7}" destId="{68D49059-F342-4B85-882D-38753D2AF012}" srcOrd="2" destOrd="0" presId="urn:microsoft.com/office/officeart/2005/8/layout/orgChart1"/>
    <dgm:cxn modelId="{3BB4140D-AC6A-45F0-B033-CFC082B42152}" type="presParOf" srcId="{0FE96579-82A1-4F09-BC50-81D32E224895}" destId="{2ECA5EE0-4373-415B-856B-911AB1D35CDD}" srcOrd="2" destOrd="0" presId="urn:microsoft.com/office/officeart/2005/8/layout/orgChart1"/>
    <dgm:cxn modelId="{E030AD14-D948-4373-A9E0-65EFCFF80DCD}" type="presParOf" srcId="{0FE96579-82A1-4F09-BC50-81D32E224895}" destId="{C46EF238-9551-4897-8988-AEE6B3072B4F}" srcOrd="3" destOrd="0" presId="urn:microsoft.com/office/officeart/2005/8/layout/orgChart1"/>
    <dgm:cxn modelId="{53934330-6748-47EB-94F6-4A0CFF1D9DB1}" type="presParOf" srcId="{C46EF238-9551-4897-8988-AEE6B3072B4F}" destId="{F7ECEC6A-A43B-4A91-B4B3-1FF3036DFA7A}" srcOrd="0" destOrd="0" presId="urn:microsoft.com/office/officeart/2005/8/layout/orgChart1"/>
    <dgm:cxn modelId="{80FA1827-3BA6-4D03-BC20-3D84CC3D7D4B}" type="presParOf" srcId="{F7ECEC6A-A43B-4A91-B4B3-1FF3036DFA7A}" destId="{68708279-B6C3-4AE6-AC7D-57ED2BD8954F}" srcOrd="0" destOrd="0" presId="urn:microsoft.com/office/officeart/2005/8/layout/orgChart1"/>
    <dgm:cxn modelId="{A41016BC-ACFA-443D-9BA9-647D630F5E4E}" type="presParOf" srcId="{F7ECEC6A-A43B-4A91-B4B3-1FF3036DFA7A}" destId="{D3359C9C-165D-428C-9B12-BB65A6F8C86B}" srcOrd="1" destOrd="0" presId="urn:microsoft.com/office/officeart/2005/8/layout/orgChart1"/>
    <dgm:cxn modelId="{87FBC1F3-3AA0-4A19-BC83-FA83A96C7DA6}" type="presParOf" srcId="{C46EF238-9551-4897-8988-AEE6B3072B4F}" destId="{6D5441B7-2913-472D-8C7C-46FF712A0C5C}" srcOrd="1" destOrd="0" presId="urn:microsoft.com/office/officeart/2005/8/layout/orgChart1"/>
    <dgm:cxn modelId="{902D4F02-B158-4A9E-9794-A620EC7C3C89}" type="presParOf" srcId="{6D5441B7-2913-472D-8C7C-46FF712A0C5C}" destId="{2B3C3955-3BD6-4245-94E3-DCD33B6E331D}" srcOrd="0" destOrd="0" presId="urn:microsoft.com/office/officeart/2005/8/layout/orgChart1"/>
    <dgm:cxn modelId="{4D5682A8-4632-48F9-9EF1-1FFDE0B6A7D9}" type="presParOf" srcId="{6D5441B7-2913-472D-8C7C-46FF712A0C5C}" destId="{37F9D067-2AC2-43E0-A7FC-3A7C5B79E474}" srcOrd="1" destOrd="0" presId="urn:microsoft.com/office/officeart/2005/8/layout/orgChart1"/>
    <dgm:cxn modelId="{942FFD78-9341-4D78-8EA7-4F13A1771E75}" type="presParOf" srcId="{37F9D067-2AC2-43E0-A7FC-3A7C5B79E474}" destId="{E051B5BB-6343-4163-B66C-FF7B19A85A5E}" srcOrd="0" destOrd="0" presId="urn:microsoft.com/office/officeart/2005/8/layout/orgChart1"/>
    <dgm:cxn modelId="{58ADE75E-C7AE-41F5-AD6E-F349D7D3CFDD}" type="presParOf" srcId="{E051B5BB-6343-4163-B66C-FF7B19A85A5E}" destId="{0D983406-2403-42BD-81CB-6A075F86FDF9}" srcOrd="0" destOrd="0" presId="urn:microsoft.com/office/officeart/2005/8/layout/orgChart1"/>
    <dgm:cxn modelId="{361A409E-BBD1-4C0F-8A2E-8CC0156C18AB}" type="presParOf" srcId="{E051B5BB-6343-4163-B66C-FF7B19A85A5E}" destId="{586B1A47-90F1-4532-AC56-C3C72913E051}" srcOrd="1" destOrd="0" presId="urn:microsoft.com/office/officeart/2005/8/layout/orgChart1"/>
    <dgm:cxn modelId="{D86AAA27-7392-4040-B0E6-3E1F91E445AE}" type="presParOf" srcId="{37F9D067-2AC2-43E0-A7FC-3A7C5B79E474}" destId="{548A6A84-5DA9-4483-9C0B-ECE914334057}" srcOrd="1" destOrd="0" presId="urn:microsoft.com/office/officeart/2005/8/layout/orgChart1"/>
    <dgm:cxn modelId="{9EFF10F8-796C-46EF-BFB9-CDAF45EEDF3D}" type="presParOf" srcId="{37F9D067-2AC2-43E0-A7FC-3A7C5B79E474}" destId="{2B1343AB-6F78-45BA-A5D4-65A9B2CEFF01}" srcOrd="2" destOrd="0" presId="urn:microsoft.com/office/officeart/2005/8/layout/orgChart1"/>
    <dgm:cxn modelId="{B7278E49-F9BF-4C49-AA4A-3816CC12AB54}" type="presParOf" srcId="{6D5441B7-2913-472D-8C7C-46FF712A0C5C}" destId="{115BB887-53FB-412D-86DA-ECD77710780B}" srcOrd="2" destOrd="0" presId="urn:microsoft.com/office/officeart/2005/8/layout/orgChart1"/>
    <dgm:cxn modelId="{1FA61624-0727-4F0F-9CF3-4EF7B4F95C96}" type="presParOf" srcId="{6D5441B7-2913-472D-8C7C-46FF712A0C5C}" destId="{8413DFA8-8D4A-4590-8370-1E8693A8DC51}" srcOrd="3" destOrd="0" presId="urn:microsoft.com/office/officeart/2005/8/layout/orgChart1"/>
    <dgm:cxn modelId="{10D10CE7-6F4F-4C3B-ACD8-603F1F30F0E7}" type="presParOf" srcId="{8413DFA8-8D4A-4590-8370-1E8693A8DC51}" destId="{230B0034-65D6-4B2B-A39E-B792714A2247}" srcOrd="0" destOrd="0" presId="urn:microsoft.com/office/officeart/2005/8/layout/orgChart1"/>
    <dgm:cxn modelId="{B89133DF-F4F9-4377-A2C3-328658B85DD4}" type="presParOf" srcId="{230B0034-65D6-4B2B-A39E-B792714A2247}" destId="{1A31EF6D-BC04-478D-BE3C-9CAE4FB2D9BC}" srcOrd="0" destOrd="0" presId="urn:microsoft.com/office/officeart/2005/8/layout/orgChart1"/>
    <dgm:cxn modelId="{B28D5FA2-D3D5-4997-8F70-55DD29E197DC}" type="presParOf" srcId="{230B0034-65D6-4B2B-A39E-B792714A2247}" destId="{E15B1101-40BA-4833-8212-22F2C6923F5D}" srcOrd="1" destOrd="0" presId="urn:microsoft.com/office/officeart/2005/8/layout/orgChart1"/>
    <dgm:cxn modelId="{CF354FA1-C7B5-46B8-9F77-8BB56161D8CD}" type="presParOf" srcId="{8413DFA8-8D4A-4590-8370-1E8693A8DC51}" destId="{48C5493E-B101-46D9-A3BA-3F07D139E3DD}" srcOrd="1" destOrd="0" presId="urn:microsoft.com/office/officeart/2005/8/layout/orgChart1"/>
    <dgm:cxn modelId="{485048E8-334A-4589-98C3-902377095C33}" type="presParOf" srcId="{8413DFA8-8D4A-4590-8370-1E8693A8DC51}" destId="{35AE2650-2F88-472B-8E8C-84FF3DBA2942}" srcOrd="2" destOrd="0" presId="urn:microsoft.com/office/officeart/2005/8/layout/orgChart1"/>
    <dgm:cxn modelId="{F26893E4-7734-4EF2-8909-6462DEDF6FA4}" type="presParOf" srcId="{C46EF238-9551-4897-8988-AEE6B3072B4F}" destId="{140E149F-BCCF-47E8-BA17-6EB7027D6D5E}" srcOrd="2" destOrd="0" presId="urn:microsoft.com/office/officeart/2005/8/layout/orgChart1"/>
    <dgm:cxn modelId="{99F15EE7-1187-4993-B519-77F9DAFBEB62}" type="presParOf" srcId="{0FE96579-82A1-4F09-BC50-81D32E224895}" destId="{E32B0557-2961-4858-8E5B-475777D22274}" srcOrd="4" destOrd="0" presId="urn:microsoft.com/office/officeart/2005/8/layout/orgChart1"/>
    <dgm:cxn modelId="{23640B31-4334-4698-ACD8-1EBD90242B68}" type="presParOf" srcId="{0FE96579-82A1-4F09-BC50-81D32E224895}" destId="{5896BDE3-706A-43C1-8AF0-8902D5E32EC8}" srcOrd="5" destOrd="0" presId="urn:microsoft.com/office/officeart/2005/8/layout/orgChart1"/>
    <dgm:cxn modelId="{09899A8A-1B95-4F6E-82FF-69F82CC0646F}" type="presParOf" srcId="{5896BDE3-706A-43C1-8AF0-8902D5E32EC8}" destId="{4450297C-A2B1-424E-A27D-A7D85A1739FE}" srcOrd="0" destOrd="0" presId="urn:microsoft.com/office/officeart/2005/8/layout/orgChart1"/>
    <dgm:cxn modelId="{87BD025C-6B49-42BF-B32B-42DCA94187AC}" type="presParOf" srcId="{4450297C-A2B1-424E-A27D-A7D85A1739FE}" destId="{193C8A81-4D98-40D1-BA74-8EFF2A071041}" srcOrd="0" destOrd="0" presId="urn:microsoft.com/office/officeart/2005/8/layout/orgChart1"/>
    <dgm:cxn modelId="{2EDC6A12-5FB5-434E-8D4B-A65A8E872399}" type="presParOf" srcId="{4450297C-A2B1-424E-A27D-A7D85A1739FE}" destId="{1805C43F-A7D4-4F19-B82D-ABC3633DF5AE}" srcOrd="1" destOrd="0" presId="urn:microsoft.com/office/officeart/2005/8/layout/orgChart1"/>
    <dgm:cxn modelId="{872EEB5D-C66A-498C-B340-4144ADA675FB}" type="presParOf" srcId="{5896BDE3-706A-43C1-8AF0-8902D5E32EC8}" destId="{61FE120C-B515-4704-BD0F-5E074204A5DF}" srcOrd="1" destOrd="0" presId="urn:microsoft.com/office/officeart/2005/8/layout/orgChart1"/>
    <dgm:cxn modelId="{B75AF36E-0AB2-4D3D-AB20-F784369C8729}" type="presParOf" srcId="{61FE120C-B515-4704-BD0F-5E074204A5DF}" destId="{01AE1ADC-D145-4FE5-AEF3-A95BCE2478CB}" srcOrd="0" destOrd="0" presId="urn:microsoft.com/office/officeart/2005/8/layout/orgChart1"/>
    <dgm:cxn modelId="{14FB17E4-000A-4538-9DB5-856FD2B63794}" type="presParOf" srcId="{61FE120C-B515-4704-BD0F-5E074204A5DF}" destId="{3CF7DDF8-3490-44E4-9956-AA372949B492}" srcOrd="1" destOrd="0" presId="urn:microsoft.com/office/officeart/2005/8/layout/orgChart1"/>
    <dgm:cxn modelId="{86CED306-453D-43BD-916B-280A4EE9CDC2}" type="presParOf" srcId="{3CF7DDF8-3490-44E4-9956-AA372949B492}" destId="{815F4A49-6C75-4719-963E-BA5DC1C6DEA3}" srcOrd="0" destOrd="0" presId="urn:microsoft.com/office/officeart/2005/8/layout/orgChart1"/>
    <dgm:cxn modelId="{22BA7AF4-A0A0-4A7B-B155-F7D31FDB53E4}" type="presParOf" srcId="{815F4A49-6C75-4719-963E-BA5DC1C6DEA3}" destId="{388B2EA5-2CDC-4E89-B8C1-922680C62C46}" srcOrd="0" destOrd="0" presId="urn:microsoft.com/office/officeart/2005/8/layout/orgChart1"/>
    <dgm:cxn modelId="{4793D59F-9506-4B3A-B306-B766E02DCC98}" type="presParOf" srcId="{815F4A49-6C75-4719-963E-BA5DC1C6DEA3}" destId="{E2EAC413-998F-4265-AC6B-2086712F4284}" srcOrd="1" destOrd="0" presId="urn:microsoft.com/office/officeart/2005/8/layout/orgChart1"/>
    <dgm:cxn modelId="{845A46CF-B905-469E-8DE5-E6BE4B8CBE82}" type="presParOf" srcId="{3CF7DDF8-3490-44E4-9956-AA372949B492}" destId="{4E6BDA7C-8EFF-4C54-BD0E-58CB5011059C}" srcOrd="1" destOrd="0" presId="urn:microsoft.com/office/officeart/2005/8/layout/orgChart1"/>
    <dgm:cxn modelId="{ADBF7A9B-7246-49A2-A661-7B0958BD3E1E}" type="presParOf" srcId="{3CF7DDF8-3490-44E4-9956-AA372949B492}" destId="{F22D2A2C-D922-4784-B275-705CFC5E1B0C}" srcOrd="2" destOrd="0" presId="urn:microsoft.com/office/officeart/2005/8/layout/orgChart1"/>
    <dgm:cxn modelId="{0012AED8-F014-4B2F-A712-CCC864A36F52}" type="presParOf" srcId="{61FE120C-B515-4704-BD0F-5E074204A5DF}" destId="{A1724485-A30C-4A99-A29C-13F687099BA9}" srcOrd="2" destOrd="0" presId="urn:microsoft.com/office/officeart/2005/8/layout/orgChart1"/>
    <dgm:cxn modelId="{82BC03E0-3890-4DA9-8786-C435CBA12186}" type="presParOf" srcId="{61FE120C-B515-4704-BD0F-5E074204A5DF}" destId="{AA975032-BF10-4494-BE34-8D362F31CF4D}" srcOrd="3" destOrd="0" presId="urn:microsoft.com/office/officeart/2005/8/layout/orgChart1"/>
    <dgm:cxn modelId="{B7A803CD-65FA-4B99-A2C7-A1B258BF5B56}" type="presParOf" srcId="{AA975032-BF10-4494-BE34-8D362F31CF4D}" destId="{D8AE87E4-6F9A-4CE5-BEA7-B58012117003}" srcOrd="0" destOrd="0" presId="urn:microsoft.com/office/officeart/2005/8/layout/orgChart1"/>
    <dgm:cxn modelId="{E8AEC7DD-89E3-4566-B3F6-160ED73A2112}" type="presParOf" srcId="{D8AE87E4-6F9A-4CE5-BEA7-B58012117003}" destId="{FC2E23EB-D912-4BA7-BE18-83B5FAB4BF30}" srcOrd="0" destOrd="0" presId="urn:microsoft.com/office/officeart/2005/8/layout/orgChart1"/>
    <dgm:cxn modelId="{535CD9A2-0A7C-4BB4-85AB-1B5D053D0B55}" type="presParOf" srcId="{D8AE87E4-6F9A-4CE5-BEA7-B58012117003}" destId="{1D42259A-61FE-4C01-9481-396D09D37219}" srcOrd="1" destOrd="0" presId="urn:microsoft.com/office/officeart/2005/8/layout/orgChart1"/>
    <dgm:cxn modelId="{6AAF600F-2A85-49C2-BFB7-691F441D7B06}" type="presParOf" srcId="{AA975032-BF10-4494-BE34-8D362F31CF4D}" destId="{3B843B94-4870-456C-8058-E399DB5A9292}" srcOrd="1" destOrd="0" presId="urn:microsoft.com/office/officeart/2005/8/layout/orgChart1"/>
    <dgm:cxn modelId="{1E067260-AE4E-4E5F-99E2-8904FBEA3D8E}" type="presParOf" srcId="{AA975032-BF10-4494-BE34-8D362F31CF4D}" destId="{426D9718-CF3F-4B32-ABB0-0BA488229A98}" srcOrd="2" destOrd="0" presId="urn:microsoft.com/office/officeart/2005/8/layout/orgChart1"/>
    <dgm:cxn modelId="{6C57D685-F9E2-4DCB-A9C2-F0BF5ABBF664}" type="presParOf" srcId="{61FE120C-B515-4704-BD0F-5E074204A5DF}" destId="{848ADCAF-4CDA-4705-9234-1174DE5CF33B}" srcOrd="4" destOrd="0" presId="urn:microsoft.com/office/officeart/2005/8/layout/orgChart1"/>
    <dgm:cxn modelId="{616ACFF1-CC92-415E-824D-BA10812852DA}" type="presParOf" srcId="{61FE120C-B515-4704-BD0F-5E074204A5DF}" destId="{C61E7FB4-1438-44BD-AF91-E92B97F43C01}" srcOrd="5" destOrd="0" presId="urn:microsoft.com/office/officeart/2005/8/layout/orgChart1"/>
    <dgm:cxn modelId="{C687ECAF-6AC8-454F-8007-A15683B470FD}" type="presParOf" srcId="{C61E7FB4-1438-44BD-AF91-E92B97F43C01}" destId="{9DFD6975-9F70-484D-BE50-F8B62BADD95B}" srcOrd="0" destOrd="0" presId="urn:microsoft.com/office/officeart/2005/8/layout/orgChart1"/>
    <dgm:cxn modelId="{45B3A14F-BB63-4EE4-8DEE-FD5E8A75F135}" type="presParOf" srcId="{9DFD6975-9F70-484D-BE50-F8B62BADD95B}" destId="{9DFA006F-3215-487A-9D8E-B72AA16D8DE0}" srcOrd="0" destOrd="0" presId="urn:microsoft.com/office/officeart/2005/8/layout/orgChart1"/>
    <dgm:cxn modelId="{7F034AE6-2847-4848-A57F-E717AE2849D3}" type="presParOf" srcId="{9DFD6975-9F70-484D-BE50-F8B62BADD95B}" destId="{D12B7EC7-95F6-49DE-9E57-6C31AE406C0A}" srcOrd="1" destOrd="0" presId="urn:microsoft.com/office/officeart/2005/8/layout/orgChart1"/>
    <dgm:cxn modelId="{455E4B31-805D-45CF-9FFE-2E2C9AC2EC9B}" type="presParOf" srcId="{C61E7FB4-1438-44BD-AF91-E92B97F43C01}" destId="{6DA36375-F066-4926-AF34-565262A68F21}" srcOrd="1" destOrd="0" presId="urn:microsoft.com/office/officeart/2005/8/layout/orgChart1"/>
    <dgm:cxn modelId="{75E6ECDD-16F7-4833-9A18-070BB5D41029}" type="presParOf" srcId="{C61E7FB4-1438-44BD-AF91-E92B97F43C01}" destId="{C5D22BDC-A381-44C9-8BBE-3DFB336681D0}" srcOrd="2" destOrd="0" presId="urn:microsoft.com/office/officeart/2005/8/layout/orgChart1"/>
    <dgm:cxn modelId="{2B3B29B3-8B52-4590-A956-97C2871BF2DD}" type="presParOf" srcId="{5896BDE3-706A-43C1-8AF0-8902D5E32EC8}" destId="{365CAD44-83B4-4E7A-9F4A-DB843052740E}" srcOrd="2" destOrd="0" presId="urn:microsoft.com/office/officeart/2005/8/layout/orgChart1"/>
    <dgm:cxn modelId="{9B7C0F6E-0E8E-42FC-AF34-408F0BD8BD3B}" type="presParOf" srcId="{0FE96579-82A1-4F09-BC50-81D32E224895}" destId="{315387F2-B085-4B5A-BB64-236B09D05C30}" srcOrd="6" destOrd="0" presId="urn:microsoft.com/office/officeart/2005/8/layout/orgChart1"/>
    <dgm:cxn modelId="{750DFB20-68C6-48D9-AE75-225CBA02F9DE}" type="presParOf" srcId="{0FE96579-82A1-4F09-BC50-81D32E224895}" destId="{CD9392FE-1FBF-4E2F-9747-A22D3EB86B26}" srcOrd="7" destOrd="0" presId="urn:microsoft.com/office/officeart/2005/8/layout/orgChart1"/>
    <dgm:cxn modelId="{2102D226-96D0-467C-9D2A-8B434AFCCA5A}" type="presParOf" srcId="{CD9392FE-1FBF-4E2F-9747-A22D3EB86B26}" destId="{9F496D16-09AB-4243-B523-0C08DB61135F}" srcOrd="0" destOrd="0" presId="urn:microsoft.com/office/officeart/2005/8/layout/orgChart1"/>
    <dgm:cxn modelId="{17E2D226-31B6-467F-8A8A-FB9E5773D719}" type="presParOf" srcId="{9F496D16-09AB-4243-B523-0C08DB61135F}" destId="{6DBEAC53-4374-4BEF-90C0-BD8EA926C72A}" srcOrd="0" destOrd="0" presId="urn:microsoft.com/office/officeart/2005/8/layout/orgChart1"/>
    <dgm:cxn modelId="{E757F45F-5D0C-4F79-8646-AD555B42875D}" type="presParOf" srcId="{9F496D16-09AB-4243-B523-0C08DB61135F}" destId="{5D3D3D1F-9BD3-4B72-8FFD-20B16785A382}" srcOrd="1" destOrd="0" presId="urn:microsoft.com/office/officeart/2005/8/layout/orgChart1"/>
    <dgm:cxn modelId="{64129EF5-0070-4C5F-8C64-8EEF27DB950F}" type="presParOf" srcId="{CD9392FE-1FBF-4E2F-9747-A22D3EB86B26}" destId="{92020E66-5BB0-40C5-BF2F-E38258A44E7D}" srcOrd="1" destOrd="0" presId="urn:microsoft.com/office/officeart/2005/8/layout/orgChart1"/>
    <dgm:cxn modelId="{A81A009F-54E1-4ADD-AF04-98A758C5C276}" type="presParOf" srcId="{92020E66-5BB0-40C5-BF2F-E38258A44E7D}" destId="{CB36A151-C7D3-4BA5-8616-3FB1131ED37F}" srcOrd="0" destOrd="0" presId="urn:microsoft.com/office/officeart/2005/8/layout/orgChart1"/>
    <dgm:cxn modelId="{DC72686F-D7CB-4C3D-94DF-91E23A88B7FC}" type="presParOf" srcId="{92020E66-5BB0-40C5-BF2F-E38258A44E7D}" destId="{AF270934-0F41-4EDC-9DFA-3D35888C149A}" srcOrd="1" destOrd="0" presId="urn:microsoft.com/office/officeart/2005/8/layout/orgChart1"/>
    <dgm:cxn modelId="{93B29FAA-6FD5-4D0C-862E-42295C651E79}" type="presParOf" srcId="{AF270934-0F41-4EDC-9DFA-3D35888C149A}" destId="{0A218FE1-F3C5-4319-BDFD-3BEF139BC197}" srcOrd="0" destOrd="0" presId="urn:microsoft.com/office/officeart/2005/8/layout/orgChart1"/>
    <dgm:cxn modelId="{7C418C37-4F4D-4001-8617-7EB8D0459E54}" type="presParOf" srcId="{0A218FE1-F3C5-4319-BDFD-3BEF139BC197}" destId="{21EBAB59-61CB-49CF-9C05-5455C0597578}" srcOrd="0" destOrd="0" presId="urn:microsoft.com/office/officeart/2005/8/layout/orgChart1"/>
    <dgm:cxn modelId="{9F5BBC04-4B0B-43C3-820E-17EE4DE3FBCF}" type="presParOf" srcId="{0A218FE1-F3C5-4319-BDFD-3BEF139BC197}" destId="{6768F7C9-A931-455B-A52E-F054F90DD3CE}" srcOrd="1" destOrd="0" presId="urn:microsoft.com/office/officeart/2005/8/layout/orgChart1"/>
    <dgm:cxn modelId="{6459D54C-84FC-4741-8F8A-C8A0586B9189}" type="presParOf" srcId="{AF270934-0F41-4EDC-9DFA-3D35888C149A}" destId="{3E8BD2EE-2741-44CF-B7C3-3728436A2D44}" srcOrd="1" destOrd="0" presId="urn:microsoft.com/office/officeart/2005/8/layout/orgChart1"/>
    <dgm:cxn modelId="{8A0E38E4-401C-4A16-B0BF-9DD14A22F38C}" type="presParOf" srcId="{AF270934-0F41-4EDC-9DFA-3D35888C149A}" destId="{CAC16C27-3D5F-4319-B077-DABD23DA8025}" srcOrd="2" destOrd="0" presId="urn:microsoft.com/office/officeart/2005/8/layout/orgChart1"/>
    <dgm:cxn modelId="{B9E0EA77-70F9-46D9-AB2E-84AA0B1AA435}" type="presParOf" srcId="{92020E66-5BB0-40C5-BF2F-E38258A44E7D}" destId="{7FDEB4EA-50DB-4890-A733-8AFA5159DE9A}" srcOrd="2" destOrd="0" presId="urn:microsoft.com/office/officeart/2005/8/layout/orgChart1"/>
    <dgm:cxn modelId="{55BEC852-F586-4042-995C-0B864615C1C0}" type="presParOf" srcId="{92020E66-5BB0-40C5-BF2F-E38258A44E7D}" destId="{867BB018-71BA-470F-909D-7A60358FA39B}" srcOrd="3" destOrd="0" presId="urn:microsoft.com/office/officeart/2005/8/layout/orgChart1"/>
    <dgm:cxn modelId="{5C0E3CA1-BD09-41A2-AE1B-0DDA2C7A0EE5}" type="presParOf" srcId="{867BB018-71BA-470F-909D-7A60358FA39B}" destId="{86E3F2D6-C70A-4FE0-A9E9-635CDDD54A97}" srcOrd="0" destOrd="0" presId="urn:microsoft.com/office/officeart/2005/8/layout/orgChart1"/>
    <dgm:cxn modelId="{52975169-1FE0-4A1D-B274-80C3C100339F}" type="presParOf" srcId="{86E3F2D6-C70A-4FE0-A9E9-635CDDD54A97}" destId="{01552958-4705-4A8E-AF3B-989E47907168}" srcOrd="0" destOrd="0" presId="urn:microsoft.com/office/officeart/2005/8/layout/orgChart1"/>
    <dgm:cxn modelId="{20684D4D-DFDC-48F9-BAFE-6A9E7689B138}" type="presParOf" srcId="{86E3F2D6-C70A-4FE0-A9E9-635CDDD54A97}" destId="{89943DF0-808D-460B-88FD-859FC9537549}" srcOrd="1" destOrd="0" presId="urn:microsoft.com/office/officeart/2005/8/layout/orgChart1"/>
    <dgm:cxn modelId="{2448E245-893B-4404-9860-5AEC76ABED71}" type="presParOf" srcId="{867BB018-71BA-470F-909D-7A60358FA39B}" destId="{45DAFA51-1A8E-47B3-A657-5C5773604FE5}" srcOrd="1" destOrd="0" presId="urn:microsoft.com/office/officeart/2005/8/layout/orgChart1"/>
    <dgm:cxn modelId="{B45876AB-BD70-4377-AFBC-2341EE64E89D}" type="presParOf" srcId="{867BB018-71BA-470F-909D-7A60358FA39B}" destId="{B7DEA90C-B1B5-402A-B7CB-E0AF43F901E9}" srcOrd="2" destOrd="0" presId="urn:microsoft.com/office/officeart/2005/8/layout/orgChart1"/>
    <dgm:cxn modelId="{FB14016E-0239-47CA-93C3-07327317BB09}" type="presParOf" srcId="{CD9392FE-1FBF-4E2F-9747-A22D3EB86B26}" destId="{61D62805-CD04-47BE-933F-CC3526D28091}" srcOrd="2" destOrd="0" presId="urn:microsoft.com/office/officeart/2005/8/layout/orgChart1"/>
    <dgm:cxn modelId="{B0794717-8931-4E2E-8AE8-4F0216F2ED6D}" type="presParOf" srcId="{0FE96579-82A1-4F09-BC50-81D32E224895}" destId="{655EC4C2-5C95-4945-AC8E-570D07C7EEAD}" srcOrd="8" destOrd="0" presId="urn:microsoft.com/office/officeart/2005/8/layout/orgChart1"/>
    <dgm:cxn modelId="{DBC726A9-561A-49F0-8DD3-BF01206B57C2}" type="presParOf" srcId="{0FE96579-82A1-4F09-BC50-81D32E224895}" destId="{C7A9531D-98E6-4B54-B5E9-810A1FFC17E7}" srcOrd="9" destOrd="0" presId="urn:microsoft.com/office/officeart/2005/8/layout/orgChart1"/>
    <dgm:cxn modelId="{38C541B2-D049-4B3F-BA4C-1FFFBD3E4B5D}" type="presParOf" srcId="{C7A9531D-98E6-4B54-B5E9-810A1FFC17E7}" destId="{23D29F17-A4A2-4575-BD7A-1483AB731D15}" srcOrd="0" destOrd="0" presId="urn:microsoft.com/office/officeart/2005/8/layout/orgChart1"/>
    <dgm:cxn modelId="{AF246464-EC87-418D-94D5-931C94C17219}" type="presParOf" srcId="{23D29F17-A4A2-4575-BD7A-1483AB731D15}" destId="{DC844560-572E-483F-B9F0-B0490153546E}" srcOrd="0" destOrd="0" presId="urn:microsoft.com/office/officeart/2005/8/layout/orgChart1"/>
    <dgm:cxn modelId="{D914580A-794E-4FA5-8A8B-EB3C3FB8D2D3}" type="presParOf" srcId="{23D29F17-A4A2-4575-BD7A-1483AB731D15}" destId="{A40D27C5-7F86-4A07-A480-1FA69BF4493E}" srcOrd="1" destOrd="0" presId="urn:microsoft.com/office/officeart/2005/8/layout/orgChart1"/>
    <dgm:cxn modelId="{06DA82E8-EFA2-45C9-9D69-8DAD454D9EB6}" type="presParOf" srcId="{C7A9531D-98E6-4B54-B5E9-810A1FFC17E7}" destId="{7569816F-E8CE-499F-9ACD-82AF872F28B9}" srcOrd="1" destOrd="0" presId="urn:microsoft.com/office/officeart/2005/8/layout/orgChart1"/>
    <dgm:cxn modelId="{F8E72C81-63FA-4B62-BEC8-ACD1818B3454}" type="presParOf" srcId="{7569816F-E8CE-499F-9ACD-82AF872F28B9}" destId="{239B1DE2-1C06-464E-862B-7373A45B085A}" srcOrd="0" destOrd="0" presId="urn:microsoft.com/office/officeart/2005/8/layout/orgChart1"/>
    <dgm:cxn modelId="{9F5114D5-A003-468B-BA99-E8CA0D16568E}" type="presParOf" srcId="{7569816F-E8CE-499F-9ACD-82AF872F28B9}" destId="{58CD7FA5-640E-4231-BA1F-E3331AF7EAA6}" srcOrd="1" destOrd="0" presId="urn:microsoft.com/office/officeart/2005/8/layout/orgChart1"/>
    <dgm:cxn modelId="{288D2AE6-811B-400B-BFED-18951B431088}" type="presParOf" srcId="{58CD7FA5-640E-4231-BA1F-E3331AF7EAA6}" destId="{C3487658-78FA-49FD-9398-3DC1207DEC0D}" srcOrd="0" destOrd="0" presId="urn:microsoft.com/office/officeart/2005/8/layout/orgChart1"/>
    <dgm:cxn modelId="{7F6E29E8-67B3-4704-985F-5E70709D3345}" type="presParOf" srcId="{C3487658-78FA-49FD-9398-3DC1207DEC0D}" destId="{A41391C4-0CC6-48B5-A27C-77E6B37F0A4B}" srcOrd="0" destOrd="0" presId="urn:microsoft.com/office/officeart/2005/8/layout/orgChart1"/>
    <dgm:cxn modelId="{FA106627-2B09-45AA-BA4B-1CFAC47B9365}" type="presParOf" srcId="{C3487658-78FA-49FD-9398-3DC1207DEC0D}" destId="{E1BBA84A-B921-43B6-B38A-DCED83D3B83C}" srcOrd="1" destOrd="0" presId="urn:microsoft.com/office/officeart/2005/8/layout/orgChart1"/>
    <dgm:cxn modelId="{D69184BD-0E7D-49E1-95AD-56D62EDA6AC7}" type="presParOf" srcId="{58CD7FA5-640E-4231-BA1F-E3331AF7EAA6}" destId="{8C017742-844C-42AB-B238-2A4922650D73}" srcOrd="1" destOrd="0" presId="urn:microsoft.com/office/officeart/2005/8/layout/orgChart1"/>
    <dgm:cxn modelId="{7BA0497E-507D-4287-B243-CEF73365C4A9}" type="presParOf" srcId="{58CD7FA5-640E-4231-BA1F-E3331AF7EAA6}" destId="{C5212E20-1DB8-4EC2-871F-536F96CDD1EA}" srcOrd="2" destOrd="0" presId="urn:microsoft.com/office/officeart/2005/8/layout/orgChart1"/>
    <dgm:cxn modelId="{4C1060EE-F95B-4577-9324-3104A2C43459}" type="presParOf" srcId="{7569816F-E8CE-499F-9ACD-82AF872F28B9}" destId="{1D5C0A4C-553F-4334-BFC1-3872EC2C58DC}" srcOrd="2" destOrd="0" presId="urn:microsoft.com/office/officeart/2005/8/layout/orgChart1"/>
    <dgm:cxn modelId="{24F15778-A134-441B-9709-37F94ED50F13}" type="presParOf" srcId="{7569816F-E8CE-499F-9ACD-82AF872F28B9}" destId="{82B1980A-CF8A-432B-BAAA-66B8E6C00FD5}" srcOrd="3" destOrd="0" presId="urn:microsoft.com/office/officeart/2005/8/layout/orgChart1"/>
    <dgm:cxn modelId="{6389AF30-C6C0-464A-AEB3-DC12A65567EC}" type="presParOf" srcId="{82B1980A-CF8A-432B-BAAA-66B8E6C00FD5}" destId="{D722A6B2-FB32-4C7D-AFFD-CBB48F7E9C07}" srcOrd="0" destOrd="0" presId="urn:microsoft.com/office/officeart/2005/8/layout/orgChart1"/>
    <dgm:cxn modelId="{C1D8FAEE-B3AD-4639-B8DD-7BF3AE1180C1}" type="presParOf" srcId="{D722A6B2-FB32-4C7D-AFFD-CBB48F7E9C07}" destId="{9F3EAFE2-7BC5-49E5-A4EE-DDDD02E106BA}" srcOrd="0" destOrd="0" presId="urn:microsoft.com/office/officeart/2005/8/layout/orgChart1"/>
    <dgm:cxn modelId="{C139668C-4CC7-433C-AF92-3FAAF3E19FF1}" type="presParOf" srcId="{D722A6B2-FB32-4C7D-AFFD-CBB48F7E9C07}" destId="{6D5B4618-0733-4259-93AA-FCE071F66221}" srcOrd="1" destOrd="0" presId="urn:microsoft.com/office/officeart/2005/8/layout/orgChart1"/>
    <dgm:cxn modelId="{C46A97DF-D43F-4654-BD21-5AEECE4F1D04}" type="presParOf" srcId="{82B1980A-CF8A-432B-BAAA-66B8E6C00FD5}" destId="{BCC89C4A-D9C8-49A1-BB21-DE5E9F69EDD9}" srcOrd="1" destOrd="0" presId="urn:microsoft.com/office/officeart/2005/8/layout/orgChart1"/>
    <dgm:cxn modelId="{751AFF45-906F-4E90-BE96-5D4CB71B1108}" type="presParOf" srcId="{82B1980A-CF8A-432B-BAAA-66B8E6C00FD5}" destId="{A74B99C9-AD8A-457B-ABD9-6159E03AEDA7}" srcOrd="2" destOrd="0" presId="urn:microsoft.com/office/officeart/2005/8/layout/orgChart1"/>
    <dgm:cxn modelId="{3D6176AB-C028-478B-A0D2-5E8BE544E172}" type="presParOf" srcId="{7569816F-E8CE-499F-9ACD-82AF872F28B9}" destId="{5558374B-6B04-4E2C-BDFA-27478DBFFA4C}" srcOrd="4" destOrd="0" presId="urn:microsoft.com/office/officeart/2005/8/layout/orgChart1"/>
    <dgm:cxn modelId="{0C23363C-27DE-4E12-8E7D-58AA61761748}" type="presParOf" srcId="{7569816F-E8CE-499F-9ACD-82AF872F28B9}" destId="{BBB3E99A-CBEB-4B07-95E6-6AF120BFA8B1}" srcOrd="5" destOrd="0" presId="urn:microsoft.com/office/officeart/2005/8/layout/orgChart1"/>
    <dgm:cxn modelId="{2F051173-1D01-4985-8124-C47AE10E3738}" type="presParOf" srcId="{BBB3E99A-CBEB-4B07-95E6-6AF120BFA8B1}" destId="{521CA892-E34D-4E0F-9208-F8476400B5C8}" srcOrd="0" destOrd="0" presId="urn:microsoft.com/office/officeart/2005/8/layout/orgChart1"/>
    <dgm:cxn modelId="{36EF71B7-82F9-4078-8F74-935BDDFDFA00}" type="presParOf" srcId="{521CA892-E34D-4E0F-9208-F8476400B5C8}" destId="{819A9BB9-DE58-4A06-971F-A5389C5BBC75}" srcOrd="0" destOrd="0" presId="urn:microsoft.com/office/officeart/2005/8/layout/orgChart1"/>
    <dgm:cxn modelId="{C7984EC3-BD02-4782-BB2A-71DD2B1FCCB9}" type="presParOf" srcId="{521CA892-E34D-4E0F-9208-F8476400B5C8}" destId="{345E23BF-8ED2-440F-A4AA-17164D2C5649}" srcOrd="1" destOrd="0" presId="urn:microsoft.com/office/officeart/2005/8/layout/orgChart1"/>
    <dgm:cxn modelId="{381ED27A-59F8-4B87-84E6-33E4C694481A}" type="presParOf" srcId="{BBB3E99A-CBEB-4B07-95E6-6AF120BFA8B1}" destId="{6B97672B-B413-4349-AD8F-835D5FFA861C}" srcOrd="1" destOrd="0" presId="urn:microsoft.com/office/officeart/2005/8/layout/orgChart1"/>
    <dgm:cxn modelId="{CAEEC6D3-4FA8-4013-AC5A-5F8E499A11DA}" type="presParOf" srcId="{BBB3E99A-CBEB-4B07-95E6-6AF120BFA8B1}" destId="{6FCB62A5-DE14-4749-A76F-10A7F6D476A1}" srcOrd="2" destOrd="0" presId="urn:microsoft.com/office/officeart/2005/8/layout/orgChart1"/>
    <dgm:cxn modelId="{E40CFE9C-C5F0-4DD4-9C3B-ABDE680C6A58}" type="presParOf" srcId="{7569816F-E8CE-499F-9ACD-82AF872F28B9}" destId="{7FDFB02A-5A34-41F9-B505-A1C62058932C}" srcOrd="6" destOrd="0" presId="urn:microsoft.com/office/officeart/2005/8/layout/orgChart1"/>
    <dgm:cxn modelId="{3755DD94-11B4-4737-8AC7-6D29505E9D07}" type="presParOf" srcId="{7569816F-E8CE-499F-9ACD-82AF872F28B9}" destId="{A0D87728-6AF5-4F55-9493-D6D72111C230}" srcOrd="7" destOrd="0" presId="urn:microsoft.com/office/officeart/2005/8/layout/orgChart1"/>
    <dgm:cxn modelId="{EF4A0393-C266-4B22-88A9-FC032CE799DD}" type="presParOf" srcId="{A0D87728-6AF5-4F55-9493-D6D72111C230}" destId="{88A2C139-94CF-4111-9ADF-3B30439421AC}" srcOrd="0" destOrd="0" presId="urn:microsoft.com/office/officeart/2005/8/layout/orgChart1"/>
    <dgm:cxn modelId="{A6509CF0-8AEA-42D3-B428-C43DE5493908}" type="presParOf" srcId="{88A2C139-94CF-4111-9ADF-3B30439421AC}" destId="{1B83CE8B-C52D-40D4-9B50-E7E1AA0B0B8A}" srcOrd="0" destOrd="0" presId="urn:microsoft.com/office/officeart/2005/8/layout/orgChart1"/>
    <dgm:cxn modelId="{52616A32-34CE-442A-8FC6-88B2D89A8828}" type="presParOf" srcId="{88A2C139-94CF-4111-9ADF-3B30439421AC}" destId="{84FE82C6-2FF9-48DE-B02E-8960A7E2A5B2}" srcOrd="1" destOrd="0" presId="urn:microsoft.com/office/officeart/2005/8/layout/orgChart1"/>
    <dgm:cxn modelId="{7C0B217E-5672-46F5-9CE8-720993B6C07C}" type="presParOf" srcId="{A0D87728-6AF5-4F55-9493-D6D72111C230}" destId="{FDD012F3-030C-435A-BA9F-C0AF352133DC}" srcOrd="1" destOrd="0" presId="urn:microsoft.com/office/officeart/2005/8/layout/orgChart1"/>
    <dgm:cxn modelId="{2C965738-3049-4A4E-B159-3FC9CE99D441}" type="presParOf" srcId="{A0D87728-6AF5-4F55-9493-D6D72111C230}" destId="{C00C423F-602C-4DBE-BDD2-5C8DE866CD89}" srcOrd="2" destOrd="0" presId="urn:microsoft.com/office/officeart/2005/8/layout/orgChart1"/>
    <dgm:cxn modelId="{48F60A39-0C63-464E-AB40-E692F35D0EF2}" type="presParOf" srcId="{7569816F-E8CE-499F-9ACD-82AF872F28B9}" destId="{CD645A87-53C7-405E-B453-7A05FF5C269F}" srcOrd="8" destOrd="0" presId="urn:microsoft.com/office/officeart/2005/8/layout/orgChart1"/>
    <dgm:cxn modelId="{5CD7C83F-761F-4CC9-BC1C-BACE0CA3C4D9}" type="presParOf" srcId="{7569816F-E8CE-499F-9ACD-82AF872F28B9}" destId="{0E334F2F-470B-4D4F-A3FD-15275DE27DB0}" srcOrd="9" destOrd="0" presId="urn:microsoft.com/office/officeart/2005/8/layout/orgChart1"/>
    <dgm:cxn modelId="{D8BF0D43-188C-4DD6-BCFC-2CED664F50B3}" type="presParOf" srcId="{0E334F2F-470B-4D4F-A3FD-15275DE27DB0}" destId="{0E94000F-FC0B-4984-BAD3-0001B8292BB2}" srcOrd="0" destOrd="0" presId="urn:microsoft.com/office/officeart/2005/8/layout/orgChart1"/>
    <dgm:cxn modelId="{A7A4A42B-A42D-47E8-905D-09F7200D1C3D}" type="presParOf" srcId="{0E94000F-FC0B-4984-BAD3-0001B8292BB2}" destId="{55CFBE1B-79E7-48A1-B10B-94ADB0C3BCDC}" srcOrd="0" destOrd="0" presId="urn:microsoft.com/office/officeart/2005/8/layout/orgChart1"/>
    <dgm:cxn modelId="{E639F252-D8BB-4049-AAAB-DD1D0F2714C5}" type="presParOf" srcId="{0E94000F-FC0B-4984-BAD3-0001B8292BB2}" destId="{0A84C964-3157-475B-906F-1A179F3CC02D}" srcOrd="1" destOrd="0" presId="urn:microsoft.com/office/officeart/2005/8/layout/orgChart1"/>
    <dgm:cxn modelId="{F0B0B9F4-2D5B-45C6-83D6-13D12B8A0931}" type="presParOf" srcId="{0E334F2F-470B-4D4F-A3FD-15275DE27DB0}" destId="{86589795-F371-4A43-B7A5-569BA078637F}" srcOrd="1" destOrd="0" presId="urn:microsoft.com/office/officeart/2005/8/layout/orgChart1"/>
    <dgm:cxn modelId="{32CA9EE6-463B-46BF-964C-5D873B6A3A37}" type="presParOf" srcId="{0E334F2F-470B-4D4F-A3FD-15275DE27DB0}" destId="{3D1A8DAD-BBE3-4D1F-8E86-0A0FD1E6002F}" srcOrd="2" destOrd="0" presId="urn:microsoft.com/office/officeart/2005/8/layout/orgChart1"/>
    <dgm:cxn modelId="{44AF4CE2-FD5C-49CC-8887-16F27E96F8CF}" type="presParOf" srcId="{7569816F-E8CE-499F-9ACD-82AF872F28B9}" destId="{EDD4A4C7-5D43-4918-B1C0-32E73C85F306}" srcOrd="10" destOrd="0" presId="urn:microsoft.com/office/officeart/2005/8/layout/orgChart1"/>
    <dgm:cxn modelId="{6377EBD3-6AB4-4E38-8DD7-FF021F8CC78B}" type="presParOf" srcId="{7569816F-E8CE-499F-9ACD-82AF872F28B9}" destId="{039F0A26-772E-4FAB-B170-766E8711F36B}" srcOrd="11" destOrd="0" presId="urn:microsoft.com/office/officeart/2005/8/layout/orgChart1"/>
    <dgm:cxn modelId="{54439B92-BF5D-4A69-9229-7F23A08217D0}" type="presParOf" srcId="{039F0A26-772E-4FAB-B170-766E8711F36B}" destId="{FF028208-C896-4E30-AD83-1643ED201658}" srcOrd="0" destOrd="0" presId="urn:microsoft.com/office/officeart/2005/8/layout/orgChart1"/>
    <dgm:cxn modelId="{BB6F276D-14EB-43EF-9B6F-0F46A2C8CE43}" type="presParOf" srcId="{FF028208-C896-4E30-AD83-1643ED201658}" destId="{84361334-1E40-4DD5-B3DD-5427B53C5E36}" srcOrd="0" destOrd="0" presId="urn:microsoft.com/office/officeart/2005/8/layout/orgChart1"/>
    <dgm:cxn modelId="{F4915C11-FA0F-4BF0-AE00-4883ECE8A989}" type="presParOf" srcId="{FF028208-C896-4E30-AD83-1643ED201658}" destId="{981DEB41-7DF9-4003-AE23-55CF18506182}" srcOrd="1" destOrd="0" presId="urn:microsoft.com/office/officeart/2005/8/layout/orgChart1"/>
    <dgm:cxn modelId="{D76104D6-6BFD-4540-AAD4-720DF9A82104}" type="presParOf" srcId="{039F0A26-772E-4FAB-B170-766E8711F36B}" destId="{D212C511-FCA4-4B79-9FC8-A7150FBAE9A5}" srcOrd="1" destOrd="0" presId="urn:microsoft.com/office/officeart/2005/8/layout/orgChart1"/>
    <dgm:cxn modelId="{2F58A959-B19C-4B16-BAC3-7E60E7D263EA}" type="presParOf" srcId="{039F0A26-772E-4FAB-B170-766E8711F36B}" destId="{19E89242-E5D6-452D-8992-6C9E594F675B}" srcOrd="2" destOrd="0" presId="urn:microsoft.com/office/officeart/2005/8/layout/orgChart1"/>
    <dgm:cxn modelId="{A4F70408-C310-497A-BF55-3B3D5A9D3630}" type="presParOf" srcId="{7569816F-E8CE-499F-9ACD-82AF872F28B9}" destId="{39346974-50EE-42A0-9C61-99F5C256C2FE}" srcOrd="12" destOrd="0" presId="urn:microsoft.com/office/officeart/2005/8/layout/orgChart1"/>
    <dgm:cxn modelId="{1DF899B3-5C79-4991-A303-0AAB1DCEDE8A}" type="presParOf" srcId="{7569816F-E8CE-499F-9ACD-82AF872F28B9}" destId="{2555E613-D731-4628-9C07-6FFBD8E2A5B6}" srcOrd="13" destOrd="0" presId="urn:microsoft.com/office/officeart/2005/8/layout/orgChart1"/>
    <dgm:cxn modelId="{DC58E88D-136A-486D-8FF1-1A95F83C8B6B}" type="presParOf" srcId="{2555E613-D731-4628-9C07-6FFBD8E2A5B6}" destId="{DC99DD2D-F4A8-4976-9F07-BAEFACA8E0E2}" srcOrd="0" destOrd="0" presId="urn:microsoft.com/office/officeart/2005/8/layout/orgChart1"/>
    <dgm:cxn modelId="{2F16CFB9-7B3B-4810-A569-FFB161E49890}" type="presParOf" srcId="{DC99DD2D-F4A8-4976-9F07-BAEFACA8E0E2}" destId="{4FF0754E-90A7-41AA-9296-2119F04A17BF}" srcOrd="0" destOrd="0" presId="urn:microsoft.com/office/officeart/2005/8/layout/orgChart1"/>
    <dgm:cxn modelId="{8A6AD835-EDBC-4117-A38C-8EAF35FE46AA}" type="presParOf" srcId="{DC99DD2D-F4A8-4976-9F07-BAEFACA8E0E2}" destId="{575D206C-AF94-4C7D-A910-26773F038D65}" srcOrd="1" destOrd="0" presId="urn:microsoft.com/office/officeart/2005/8/layout/orgChart1"/>
    <dgm:cxn modelId="{E2CFB42E-E477-4A92-9645-EF5BBFA73CBC}" type="presParOf" srcId="{2555E613-D731-4628-9C07-6FFBD8E2A5B6}" destId="{0499D782-32D1-4FD1-B0D0-660ECE2400B7}" srcOrd="1" destOrd="0" presId="urn:microsoft.com/office/officeart/2005/8/layout/orgChart1"/>
    <dgm:cxn modelId="{1DE28DBD-9E26-4080-9F4B-9E4060961215}" type="presParOf" srcId="{2555E613-D731-4628-9C07-6FFBD8E2A5B6}" destId="{B8709357-F928-49B8-9536-FD341D1D90BD}" srcOrd="2" destOrd="0" presId="urn:microsoft.com/office/officeart/2005/8/layout/orgChart1"/>
    <dgm:cxn modelId="{44211F55-53C3-4C5C-A171-EC48C57B212A}" type="presParOf" srcId="{C7A9531D-98E6-4B54-B5E9-810A1FFC17E7}" destId="{02E65C17-7FE1-441F-AA8A-02872047E3C7}" srcOrd="2" destOrd="0" presId="urn:microsoft.com/office/officeart/2005/8/layout/orgChart1"/>
    <dgm:cxn modelId="{DA0F7C71-9AA7-4E42-A5B6-02DABEF1E6BF}" type="presParOf" srcId="{61F23884-21A7-4094-AFFC-EE976343A561}" destId="{5B36DB89-1108-47DC-A3D5-E58BF1AD4BC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F413EF-B69A-44AD-BEF5-269A53317A58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72C598DC-11CA-438A-B8B6-E60E37C35F7E}">
      <dgm:prSet phldrT="[Text]" custT="1"/>
      <dgm:spPr/>
      <dgm:t>
        <a:bodyPr/>
        <a:lstStyle/>
        <a:p>
          <a:r>
            <a:rPr lang="en-US" sz="1800" dirty="0"/>
            <a:t>Types of Functions</a:t>
          </a:r>
          <a:endParaRPr lang="en-IN" sz="1800" dirty="0"/>
        </a:p>
      </dgm:t>
    </dgm:pt>
    <dgm:pt modelId="{A957853F-88FE-4066-A418-8B15330AFBB0}" type="parTrans" cxnId="{2B5133C3-A1DF-422F-B18D-4ACEB21E0AA6}">
      <dgm:prSet/>
      <dgm:spPr/>
      <dgm:t>
        <a:bodyPr/>
        <a:lstStyle/>
        <a:p>
          <a:endParaRPr lang="en-IN" sz="1600"/>
        </a:p>
      </dgm:t>
    </dgm:pt>
    <dgm:pt modelId="{A2F703D2-5124-4271-8D73-94078BD159FD}" type="sibTrans" cxnId="{2B5133C3-A1DF-422F-B18D-4ACEB21E0AA6}">
      <dgm:prSet/>
      <dgm:spPr/>
      <dgm:t>
        <a:bodyPr/>
        <a:lstStyle/>
        <a:p>
          <a:endParaRPr lang="en-IN" sz="1600"/>
        </a:p>
      </dgm:t>
    </dgm:pt>
    <dgm:pt modelId="{D16BF195-C66B-4DA5-9DCC-7F969DAEBC7C}">
      <dgm:prSet custT="1"/>
      <dgm:spPr/>
      <dgm:t>
        <a:bodyPr/>
        <a:lstStyle/>
        <a:p>
          <a:r>
            <a:rPr lang="en-IN" sz="1800" b="0" i="0" dirty="0"/>
            <a:t>Named Function</a:t>
          </a:r>
          <a:endParaRPr lang="en-IN" sz="1800" dirty="0"/>
        </a:p>
      </dgm:t>
    </dgm:pt>
    <dgm:pt modelId="{7DFC241E-6F0C-41DE-92D0-D822A9B34475}" type="parTrans" cxnId="{67F7F149-6999-4B45-9340-1B287AFA68D3}">
      <dgm:prSet/>
      <dgm:spPr/>
      <dgm:t>
        <a:bodyPr/>
        <a:lstStyle/>
        <a:p>
          <a:endParaRPr lang="en-IN" sz="1600"/>
        </a:p>
      </dgm:t>
    </dgm:pt>
    <dgm:pt modelId="{9D53E789-899F-49B5-80E9-C819758E897D}" type="sibTrans" cxnId="{67F7F149-6999-4B45-9340-1B287AFA68D3}">
      <dgm:prSet/>
      <dgm:spPr/>
      <dgm:t>
        <a:bodyPr/>
        <a:lstStyle/>
        <a:p>
          <a:endParaRPr lang="en-IN" sz="1600"/>
        </a:p>
      </dgm:t>
    </dgm:pt>
    <dgm:pt modelId="{24E7C279-788B-4758-8209-A553242DC8D9}">
      <dgm:prSet custT="1"/>
      <dgm:spPr/>
      <dgm:t>
        <a:bodyPr/>
        <a:lstStyle/>
        <a:p>
          <a:r>
            <a:rPr lang="en-IN" sz="1800" b="0" i="0" dirty="0"/>
            <a:t>Anonymous Function</a:t>
          </a:r>
          <a:endParaRPr lang="en-IN" sz="1800" dirty="0"/>
        </a:p>
      </dgm:t>
    </dgm:pt>
    <dgm:pt modelId="{818C07ED-BCBA-41EA-8ED5-1569C2B0460F}" type="parTrans" cxnId="{BD8663BB-7C8E-4782-9C89-4FC34CA3E012}">
      <dgm:prSet/>
      <dgm:spPr/>
      <dgm:t>
        <a:bodyPr/>
        <a:lstStyle/>
        <a:p>
          <a:endParaRPr lang="en-IN" sz="1600"/>
        </a:p>
      </dgm:t>
    </dgm:pt>
    <dgm:pt modelId="{31C810B6-3113-477A-90A8-016C7E52E0AA}" type="sibTrans" cxnId="{BD8663BB-7C8E-4782-9C89-4FC34CA3E012}">
      <dgm:prSet/>
      <dgm:spPr/>
      <dgm:t>
        <a:bodyPr/>
        <a:lstStyle/>
        <a:p>
          <a:endParaRPr lang="en-IN" sz="1600"/>
        </a:p>
      </dgm:t>
    </dgm:pt>
    <dgm:pt modelId="{1C2A0C06-AC04-49A4-AC08-1BC860A23151}">
      <dgm:prSet custT="1"/>
      <dgm:spPr/>
      <dgm:t>
        <a:bodyPr/>
        <a:lstStyle/>
        <a:p>
          <a:r>
            <a:rPr lang="en-IN" sz="1800" b="0" i="0" dirty="0"/>
            <a:t>Function Expression</a:t>
          </a:r>
          <a:endParaRPr lang="en-IN" sz="1800" dirty="0"/>
        </a:p>
      </dgm:t>
    </dgm:pt>
    <dgm:pt modelId="{DA026AA3-D0F4-4A09-AB66-0D1E4C84272B}" type="parTrans" cxnId="{6AC2C4E7-6672-440C-AEAD-47B06B38FFB1}">
      <dgm:prSet/>
      <dgm:spPr/>
      <dgm:t>
        <a:bodyPr/>
        <a:lstStyle/>
        <a:p>
          <a:endParaRPr lang="en-IN" sz="1600"/>
        </a:p>
      </dgm:t>
    </dgm:pt>
    <dgm:pt modelId="{09FCCE2B-D208-4207-B5C2-26AD5D411F34}" type="sibTrans" cxnId="{6AC2C4E7-6672-440C-AEAD-47B06B38FFB1}">
      <dgm:prSet/>
      <dgm:spPr/>
      <dgm:t>
        <a:bodyPr/>
        <a:lstStyle/>
        <a:p>
          <a:endParaRPr lang="en-IN" sz="1600"/>
        </a:p>
      </dgm:t>
    </dgm:pt>
    <dgm:pt modelId="{BF8DFB00-A192-4B2B-96E3-1D07F8DB49C7}">
      <dgm:prSet custT="1"/>
      <dgm:spPr/>
      <dgm:t>
        <a:bodyPr/>
        <a:lstStyle/>
        <a:p>
          <a:r>
            <a:rPr lang="en-IN" sz="1800" b="0" i="0" dirty="0"/>
            <a:t>Arrow Function</a:t>
          </a:r>
          <a:endParaRPr lang="en-IN" sz="1800" dirty="0"/>
        </a:p>
      </dgm:t>
    </dgm:pt>
    <dgm:pt modelId="{CA41E56D-D406-4B9E-AC96-D0DA5A83005D}" type="parTrans" cxnId="{E322AFF3-9DE5-4D24-9D08-F0511071554A}">
      <dgm:prSet/>
      <dgm:spPr/>
      <dgm:t>
        <a:bodyPr/>
        <a:lstStyle/>
        <a:p>
          <a:endParaRPr lang="en-IN" sz="1600"/>
        </a:p>
      </dgm:t>
    </dgm:pt>
    <dgm:pt modelId="{0AC6590E-6613-4A16-8385-E28C67F0CF79}" type="sibTrans" cxnId="{E322AFF3-9DE5-4D24-9D08-F0511071554A}">
      <dgm:prSet/>
      <dgm:spPr/>
      <dgm:t>
        <a:bodyPr/>
        <a:lstStyle/>
        <a:p>
          <a:endParaRPr lang="en-IN" sz="1600"/>
        </a:p>
      </dgm:t>
    </dgm:pt>
    <dgm:pt modelId="{155A6431-21A4-4049-9BF1-C5E9AE131486}">
      <dgm:prSet custT="1"/>
      <dgm:spPr/>
      <dgm:t>
        <a:bodyPr/>
        <a:lstStyle/>
        <a:p>
          <a:r>
            <a:rPr lang="en-IN" sz="1800" b="0" i="0"/>
            <a:t>IIFE</a:t>
          </a:r>
          <a:endParaRPr lang="en-IN" sz="1800"/>
        </a:p>
      </dgm:t>
    </dgm:pt>
    <dgm:pt modelId="{061DA9D6-33E8-43F7-91F2-FB0400F0573E}" type="parTrans" cxnId="{F945FBB9-F0DA-496F-8840-31450B4EAD1F}">
      <dgm:prSet/>
      <dgm:spPr/>
      <dgm:t>
        <a:bodyPr/>
        <a:lstStyle/>
        <a:p>
          <a:endParaRPr lang="en-IN" sz="1600"/>
        </a:p>
      </dgm:t>
    </dgm:pt>
    <dgm:pt modelId="{5A36CD28-BC6D-4C57-BE74-8EC98DF6561C}" type="sibTrans" cxnId="{F945FBB9-F0DA-496F-8840-31450B4EAD1F}">
      <dgm:prSet/>
      <dgm:spPr/>
      <dgm:t>
        <a:bodyPr/>
        <a:lstStyle/>
        <a:p>
          <a:endParaRPr lang="en-IN" sz="1600"/>
        </a:p>
      </dgm:t>
    </dgm:pt>
    <dgm:pt modelId="{A026173D-604F-45C2-8F48-4FB4E88BDB76}">
      <dgm:prSet custT="1"/>
      <dgm:spPr/>
      <dgm:t>
        <a:bodyPr/>
        <a:lstStyle/>
        <a:p>
          <a:r>
            <a:rPr lang="en-IN" sz="1800" b="0" i="0" dirty="0" err="1"/>
            <a:t>Callback</a:t>
          </a:r>
          <a:r>
            <a:rPr lang="en-IN" sz="1800" b="0" i="0" dirty="0"/>
            <a:t> Function</a:t>
          </a:r>
          <a:endParaRPr lang="en-IN" sz="1800" dirty="0"/>
        </a:p>
      </dgm:t>
    </dgm:pt>
    <dgm:pt modelId="{0C6A1560-CDCB-4723-B5D7-A2A921F9DD9A}" type="parTrans" cxnId="{7099CDC7-AE3E-4760-95B3-EA0DA0AEAEB3}">
      <dgm:prSet/>
      <dgm:spPr/>
      <dgm:t>
        <a:bodyPr/>
        <a:lstStyle/>
        <a:p>
          <a:endParaRPr lang="en-IN" sz="1600"/>
        </a:p>
      </dgm:t>
    </dgm:pt>
    <dgm:pt modelId="{49DA0B26-42FD-4F1A-89EB-D7040D4C5CB8}" type="sibTrans" cxnId="{7099CDC7-AE3E-4760-95B3-EA0DA0AEAEB3}">
      <dgm:prSet/>
      <dgm:spPr/>
      <dgm:t>
        <a:bodyPr/>
        <a:lstStyle/>
        <a:p>
          <a:endParaRPr lang="en-IN" sz="1600"/>
        </a:p>
      </dgm:t>
    </dgm:pt>
    <dgm:pt modelId="{571DE306-9045-417D-8D2B-9BF6E5FBFBE9}">
      <dgm:prSet custT="1"/>
      <dgm:spPr/>
      <dgm:t>
        <a:bodyPr/>
        <a:lstStyle/>
        <a:p>
          <a:r>
            <a:rPr lang="en-IN" sz="1800" b="0" i="0" dirty="0"/>
            <a:t>Higher-Order Function</a:t>
          </a:r>
          <a:endParaRPr lang="en-IN" sz="1800" dirty="0"/>
        </a:p>
      </dgm:t>
    </dgm:pt>
    <dgm:pt modelId="{DF17E72D-A051-454C-8D3F-9B5C409940EF}" type="parTrans" cxnId="{AB48D92F-8330-4B40-82B1-F7BB53849D7D}">
      <dgm:prSet/>
      <dgm:spPr/>
      <dgm:t>
        <a:bodyPr/>
        <a:lstStyle/>
        <a:p>
          <a:endParaRPr lang="en-IN" sz="1600"/>
        </a:p>
      </dgm:t>
    </dgm:pt>
    <dgm:pt modelId="{D9C33FBF-9266-4A50-A440-82A721312C93}" type="sibTrans" cxnId="{AB48D92F-8330-4B40-82B1-F7BB53849D7D}">
      <dgm:prSet/>
      <dgm:spPr/>
      <dgm:t>
        <a:bodyPr/>
        <a:lstStyle/>
        <a:p>
          <a:endParaRPr lang="en-IN" sz="1600"/>
        </a:p>
      </dgm:t>
    </dgm:pt>
    <dgm:pt modelId="{E6D9D623-88A2-4293-87A6-EA28637F0216}" type="pres">
      <dgm:prSet presAssocID="{E8F413EF-B69A-44AD-BEF5-269A53317A58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5A6EE6C-F410-4D71-90A1-AB2B624B644A}" type="pres">
      <dgm:prSet presAssocID="{72C598DC-11CA-438A-B8B6-E60E37C35F7E}" presName="root1" presStyleCnt="0"/>
      <dgm:spPr/>
    </dgm:pt>
    <dgm:pt modelId="{637DBD5D-5FC3-4CF8-ADA5-51EBDAEE07B8}" type="pres">
      <dgm:prSet presAssocID="{72C598DC-11CA-438A-B8B6-E60E37C35F7E}" presName="LevelOneTextNode" presStyleLbl="node0" presStyleIdx="0" presStyleCnt="1" custAng="5400000" custScaleX="125312" custScaleY="35557" custLinFactX="-83434" custLinFactNeighborX="-100000" custLinFactNeighborY="1425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D2E8EF69-5DD0-4970-BA12-7488C48ED55F}" type="pres">
      <dgm:prSet presAssocID="{72C598DC-11CA-438A-B8B6-E60E37C35F7E}" presName="level2hierChild" presStyleCnt="0"/>
      <dgm:spPr/>
    </dgm:pt>
    <dgm:pt modelId="{CB5DAE1B-D9AD-4C7A-8055-D9709BEF6D59}" type="pres">
      <dgm:prSet presAssocID="{7DFC241E-6F0C-41DE-92D0-D822A9B34475}" presName="conn2-1" presStyleLbl="parChTrans1D2" presStyleIdx="0" presStyleCnt="7"/>
      <dgm:spPr/>
    </dgm:pt>
    <dgm:pt modelId="{8EE56DE1-87D9-4D11-823E-C0681F946DD9}" type="pres">
      <dgm:prSet presAssocID="{7DFC241E-6F0C-41DE-92D0-D822A9B34475}" presName="connTx" presStyleLbl="parChTrans1D2" presStyleIdx="0" presStyleCnt="7"/>
      <dgm:spPr/>
    </dgm:pt>
    <dgm:pt modelId="{F1D5E4C8-475F-4EA4-8CAB-9235BE6B510E}" type="pres">
      <dgm:prSet presAssocID="{D16BF195-C66B-4DA5-9DCC-7F969DAEBC7C}" presName="root2" presStyleCnt="0"/>
      <dgm:spPr/>
    </dgm:pt>
    <dgm:pt modelId="{DA878A0C-1FB2-4469-B37A-4E24C2249351}" type="pres">
      <dgm:prSet presAssocID="{D16BF195-C66B-4DA5-9DCC-7F969DAEBC7C}" presName="LevelTwoTextNode" presStyleLbl="node2" presStyleIdx="0" presStyleCnt="7" custScaleX="85494" custScaleY="4845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7D9F28B9-E514-4FCB-931C-AC989B403783}" type="pres">
      <dgm:prSet presAssocID="{D16BF195-C66B-4DA5-9DCC-7F969DAEBC7C}" presName="level3hierChild" presStyleCnt="0"/>
      <dgm:spPr/>
    </dgm:pt>
    <dgm:pt modelId="{7CC7842B-0AB4-4BE4-AED6-057278EA163D}" type="pres">
      <dgm:prSet presAssocID="{818C07ED-BCBA-41EA-8ED5-1569C2B0460F}" presName="conn2-1" presStyleLbl="parChTrans1D2" presStyleIdx="1" presStyleCnt="7"/>
      <dgm:spPr/>
    </dgm:pt>
    <dgm:pt modelId="{D940EEA7-2AB1-455A-B815-C9DC4320B479}" type="pres">
      <dgm:prSet presAssocID="{818C07ED-BCBA-41EA-8ED5-1569C2B0460F}" presName="connTx" presStyleLbl="parChTrans1D2" presStyleIdx="1" presStyleCnt="7"/>
      <dgm:spPr/>
    </dgm:pt>
    <dgm:pt modelId="{B241A575-4EB0-4088-BD5F-1D80D3E58B1F}" type="pres">
      <dgm:prSet presAssocID="{24E7C279-788B-4758-8209-A553242DC8D9}" presName="root2" presStyleCnt="0"/>
      <dgm:spPr/>
    </dgm:pt>
    <dgm:pt modelId="{8018B482-2EE0-4DC2-A04D-A9E518A44C85}" type="pres">
      <dgm:prSet presAssocID="{24E7C279-788B-4758-8209-A553242DC8D9}" presName="LevelTwoTextNode" presStyleLbl="node2" presStyleIdx="1" presStyleCnt="7" custScaleX="85494" custScaleY="4845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E63633D5-068B-41E5-8FCF-73515A092559}" type="pres">
      <dgm:prSet presAssocID="{24E7C279-788B-4758-8209-A553242DC8D9}" presName="level3hierChild" presStyleCnt="0"/>
      <dgm:spPr/>
    </dgm:pt>
    <dgm:pt modelId="{361842B1-7520-4BFA-A397-004115EE5505}" type="pres">
      <dgm:prSet presAssocID="{DA026AA3-D0F4-4A09-AB66-0D1E4C84272B}" presName="conn2-1" presStyleLbl="parChTrans1D2" presStyleIdx="2" presStyleCnt="7"/>
      <dgm:spPr/>
    </dgm:pt>
    <dgm:pt modelId="{782482D4-7340-44E8-85CB-F64C2D5A8BB6}" type="pres">
      <dgm:prSet presAssocID="{DA026AA3-D0F4-4A09-AB66-0D1E4C84272B}" presName="connTx" presStyleLbl="parChTrans1D2" presStyleIdx="2" presStyleCnt="7"/>
      <dgm:spPr/>
    </dgm:pt>
    <dgm:pt modelId="{309ED008-9C84-478D-8EAC-7BC1B6A22868}" type="pres">
      <dgm:prSet presAssocID="{1C2A0C06-AC04-49A4-AC08-1BC860A23151}" presName="root2" presStyleCnt="0"/>
      <dgm:spPr/>
    </dgm:pt>
    <dgm:pt modelId="{3590F7F1-98DC-4533-9178-7ABB45012DA1}" type="pres">
      <dgm:prSet presAssocID="{1C2A0C06-AC04-49A4-AC08-1BC860A23151}" presName="LevelTwoTextNode" presStyleLbl="node2" presStyleIdx="2" presStyleCnt="7" custScaleX="85494" custScaleY="4845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24B5186A-3F4A-4775-95EF-1C7FC8897D5D}" type="pres">
      <dgm:prSet presAssocID="{1C2A0C06-AC04-49A4-AC08-1BC860A23151}" presName="level3hierChild" presStyleCnt="0"/>
      <dgm:spPr/>
    </dgm:pt>
    <dgm:pt modelId="{4D02CD99-53A7-4BBE-958B-696FB6944053}" type="pres">
      <dgm:prSet presAssocID="{CA41E56D-D406-4B9E-AC96-D0DA5A83005D}" presName="conn2-1" presStyleLbl="parChTrans1D2" presStyleIdx="3" presStyleCnt="7"/>
      <dgm:spPr/>
    </dgm:pt>
    <dgm:pt modelId="{5FACF3FF-DE0D-4A1D-BCD1-03DDBB07EAE5}" type="pres">
      <dgm:prSet presAssocID="{CA41E56D-D406-4B9E-AC96-D0DA5A83005D}" presName="connTx" presStyleLbl="parChTrans1D2" presStyleIdx="3" presStyleCnt="7"/>
      <dgm:spPr/>
    </dgm:pt>
    <dgm:pt modelId="{5666898E-ADE4-44DF-8178-F30280899B45}" type="pres">
      <dgm:prSet presAssocID="{BF8DFB00-A192-4B2B-96E3-1D07F8DB49C7}" presName="root2" presStyleCnt="0"/>
      <dgm:spPr/>
    </dgm:pt>
    <dgm:pt modelId="{34F92390-DE78-4941-B670-86C23C6E6EF7}" type="pres">
      <dgm:prSet presAssocID="{BF8DFB00-A192-4B2B-96E3-1D07F8DB49C7}" presName="LevelTwoTextNode" presStyleLbl="node2" presStyleIdx="3" presStyleCnt="7" custScaleX="85494" custScaleY="48451" custLinFactNeighborY="787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8028BA6A-428C-402A-B755-F5AD7D7B7769}" type="pres">
      <dgm:prSet presAssocID="{BF8DFB00-A192-4B2B-96E3-1D07F8DB49C7}" presName="level3hierChild" presStyleCnt="0"/>
      <dgm:spPr/>
    </dgm:pt>
    <dgm:pt modelId="{2570E19E-DA5D-401B-9DE7-702819F8C182}" type="pres">
      <dgm:prSet presAssocID="{061DA9D6-33E8-43F7-91F2-FB0400F0573E}" presName="conn2-1" presStyleLbl="parChTrans1D2" presStyleIdx="4" presStyleCnt="7"/>
      <dgm:spPr/>
    </dgm:pt>
    <dgm:pt modelId="{CC37AD08-BC48-4D1A-9BE1-6FD79F0C2D53}" type="pres">
      <dgm:prSet presAssocID="{061DA9D6-33E8-43F7-91F2-FB0400F0573E}" presName="connTx" presStyleLbl="parChTrans1D2" presStyleIdx="4" presStyleCnt="7"/>
      <dgm:spPr/>
    </dgm:pt>
    <dgm:pt modelId="{38C904B6-51B9-458C-A8F6-858222F2CF9F}" type="pres">
      <dgm:prSet presAssocID="{155A6431-21A4-4049-9BF1-C5E9AE131486}" presName="root2" presStyleCnt="0"/>
      <dgm:spPr/>
    </dgm:pt>
    <dgm:pt modelId="{77225221-7555-405F-B1BB-9F7867EDAEC9}" type="pres">
      <dgm:prSet presAssocID="{155A6431-21A4-4049-9BF1-C5E9AE131486}" presName="LevelTwoTextNode" presStyleLbl="node2" presStyleIdx="4" presStyleCnt="7" custScaleX="85494" custScaleY="4845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4006906A-BD7A-43B2-951C-7C16112A6C6B}" type="pres">
      <dgm:prSet presAssocID="{155A6431-21A4-4049-9BF1-C5E9AE131486}" presName="level3hierChild" presStyleCnt="0"/>
      <dgm:spPr/>
    </dgm:pt>
    <dgm:pt modelId="{B23C1C6F-D175-476E-B4EE-28B1F86A6440}" type="pres">
      <dgm:prSet presAssocID="{0C6A1560-CDCB-4723-B5D7-A2A921F9DD9A}" presName="conn2-1" presStyleLbl="parChTrans1D2" presStyleIdx="5" presStyleCnt="7"/>
      <dgm:spPr/>
    </dgm:pt>
    <dgm:pt modelId="{770B1F38-548E-475D-95B8-79AF8626DD36}" type="pres">
      <dgm:prSet presAssocID="{0C6A1560-CDCB-4723-B5D7-A2A921F9DD9A}" presName="connTx" presStyleLbl="parChTrans1D2" presStyleIdx="5" presStyleCnt="7"/>
      <dgm:spPr/>
    </dgm:pt>
    <dgm:pt modelId="{C70EDCEA-5C57-449C-B3AC-D62FE04EEA55}" type="pres">
      <dgm:prSet presAssocID="{A026173D-604F-45C2-8F48-4FB4E88BDB76}" presName="root2" presStyleCnt="0"/>
      <dgm:spPr/>
    </dgm:pt>
    <dgm:pt modelId="{16DE956C-26F8-429E-ACAB-CA24EDD1C3ED}" type="pres">
      <dgm:prSet presAssocID="{A026173D-604F-45C2-8F48-4FB4E88BDB76}" presName="LevelTwoTextNode" presStyleLbl="node2" presStyleIdx="5" presStyleCnt="7" custScaleX="85494" custScaleY="4845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04649692-0A04-4232-AEC1-C9ECD6947203}" type="pres">
      <dgm:prSet presAssocID="{A026173D-604F-45C2-8F48-4FB4E88BDB76}" presName="level3hierChild" presStyleCnt="0"/>
      <dgm:spPr/>
    </dgm:pt>
    <dgm:pt modelId="{FFE92474-6084-4D12-9B51-FBCC4DA15278}" type="pres">
      <dgm:prSet presAssocID="{DF17E72D-A051-454C-8D3F-9B5C409940EF}" presName="conn2-1" presStyleLbl="parChTrans1D2" presStyleIdx="6" presStyleCnt="7"/>
      <dgm:spPr/>
    </dgm:pt>
    <dgm:pt modelId="{51BCEDB2-F0DD-47BF-A964-0CBC92F5BFEB}" type="pres">
      <dgm:prSet presAssocID="{DF17E72D-A051-454C-8D3F-9B5C409940EF}" presName="connTx" presStyleLbl="parChTrans1D2" presStyleIdx="6" presStyleCnt="7"/>
      <dgm:spPr/>
    </dgm:pt>
    <dgm:pt modelId="{1537B3E4-4F0F-4BD8-9E69-8B3880205D47}" type="pres">
      <dgm:prSet presAssocID="{571DE306-9045-417D-8D2B-9BF6E5FBFBE9}" presName="root2" presStyleCnt="0"/>
      <dgm:spPr/>
    </dgm:pt>
    <dgm:pt modelId="{6C865D66-C8FB-4C2F-B4E8-3AEF71711B94}" type="pres">
      <dgm:prSet presAssocID="{571DE306-9045-417D-8D2B-9BF6E5FBFBE9}" presName="LevelTwoTextNode" presStyleLbl="node2" presStyleIdx="6" presStyleCnt="7" custScaleX="85494" custScaleY="48451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A164358E-4270-40C0-8441-891CB1CFCE41}" type="pres">
      <dgm:prSet presAssocID="{571DE306-9045-417D-8D2B-9BF6E5FBFBE9}" presName="level3hierChild" presStyleCnt="0"/>
      <dgm:spPr/>
    </dgm:pt>
  </dgm:ptLst>
  <dgm:cxnLst>
    <dgm:cxn modelId="{508F9C2D-8EB5-450F-9F93-FA30FA493BB8}" type="presOf" srcId="{571DE306-9045-417D-8D2B-9BF6E5FBFBE9}" destId="{6C865D66-C8FB-4C2F-B4E8-3AEF71711B94}" srcOrd="0" destOrd="0" presId="urn:microsoft.com/office/officeart/2008/layout/HorizontalMultiLevelHierarchy"/>
    <dgm:cxn modelId="{AB48D92F-8330-4B40-82B1-F7BB53849D7D}" srcId="{72C598DC-11CA-438A-B8B6-E60E37C35F7E}" destId="{571DE306-9045-417D-8D2B-9BF6E5FBFBE9}" srcOrd="6" destOrd="0" parTransId="{DF17E72D-A051-454C-8D3F-9B5C409940EF}" sibTransId="{D9C33FBF-9266-4A50-A440-82A721312C93}"/>
    <dgm:cxn modelId="{FC2ED139-3162-42EA-A9E3-7F3B064A5A32}" type="presOf" srcId="{818C07ED-BCBA-41EA-8ED5-1569C2B0460F}" destId="{7CC7842B-0AB4-4BE4-AED6-057278EA163D}" srcOrd="0" destOrd="0" presId="urn:microsoft.com/office/officeart/2008/layout/HorizontalMultiLevelHierarchy"/>
    <dgm:cxn modelId="{D786403B-C892-4639-971A-ED0525544FDA}" type="presOf" srcId="{7DFC241E-6F0C-41DE-92D0-D822A9B34475}" destId="{CB5DAE1B-D9AD-4C7A-8055-D9709BEF6D59}" srcOrd="0" destOrd="0" presId="urn:microsoft.com/office/officeart/2008/layout/HorizontalMultiLevelHierarchy"/>
    <dgm:cxn modelId="{6E77C35E-C84C-4D61-BE7D-6A3F95ACCF1C}" type="presOf" srcId="{72C598DC-11CA-438A-B8B6-E60E37C35F7E}" destId="{637DBD5D-5FC3-4CF8-ADA5-51EBDAEE07B8}" srcOrd="0" destOrd="0" presId="urn:microsoft.com/office/officeart/2008/layout/HorizontalMultiLevelHierarchy"/>
    <dgm:cxn modelId="{B983A344-19EE-479B-879B-572A2087B5EB}" type="presOf" srcId="{061DA9D6-33E8-43F7-91F2-FB0400F0573E}" destId="{2570E19E-DA5D-401B-9DE7-702819F8C182}" srcOrd="0" destOrd="0" presId="urn:microsoft.com/office/officeart/2008/layout/HorizontalMultiLevelHierarchy"/>
    <dgm:cxn modelId="{8B7C8268-26EF-4F4E-B21F-9C35825CADA2}" type="presOf" srcId="{24E7C279-788B-4758-8209-A553242DC8D9}" destId="{8018B482-2EE0-4DC2-A04D-A9E518A44C85}" srcOrd="0" destOrd="0" presId="urn:microsoft.com/office/officeart/2008/layout/HorizontalMultiLevelHierarchy"/>
    <dgm:cxn modelId="{67F7F149-6999-4B45-9340-1B287AFA68D3}" srcId="{72C598DC-11CA-438A-B8B6-E60E37C35F7E}" destId="{D16BF195-C66B-4DA5-9DCC-7F969DAEBC7C}" srcOrd="0" destOrd="0" parTransId="{7DFC241E-6F0C-41DE-92D0-D822A9B34475}" sibTransId="{9D53E789-899F-49B5-80E9-C819758E897D}"/>
    <dgm:cxn modelId="{864EA46D-EAB9-4BB2-9B4A-7A8D98700428}" type="presOf" srcId="{A026173D-604F-45C2-8F48-4FB4E88BDB76}" destId="{16DE956C-26F8-429E-ACAB-CA24EDD1C3ED}" srcOrd="0" destOrd="0" presId="urn:microsoft.com/office/officeart/2008/layout/HorizontalMultiLevelHierarchy"/>
    <dgm:cxn modelId="{397D194E-F018-40B8-BB8B-D662A3B9CC2B}" type="presOf" srcId="{BF8DFB00-A192-4B2B-96E3-1D07F8DB49C7}" destId="{34F92390-DE78-4941-B670-86C23C6E6EF7}" srcOrd="0" destOrd="0" presId="urn:microsoft.com/office/officeart/2008/layout/HorizontalMultiLevelHierarchy"/>
    <dgm:cxn modelId="{A7E7994E-5174-419E-8F50-BC79C4224093}" type="presOf" srcId="{E8F413EF-B69A-44AD-BEF5-269A53317A58}" destId="{E6D9D623-88A2-4293-87A6-EA28637F0216}" srcOrd="0" destOrd="0" presId="urn:microsoft.com/office/officeart/2008/layout/HorizontalMultiLevelHierarchy"/>
    <dgm:cxn modelId="{38142C77-FCBF-4B22-9B3D-4332C65D8477}" type="presOf" srcId="{CA41E56D-D406-4B9E-AC96-D0DA5A83005D}" destId="{5FACF3FF-DE0D-4A1D-BCD1-03DDBB07EAE5}" srcOrd="1" destOrd="0" presId="urn:microsoft.com/office/officeart/2008/layout/HorizontalMultiLevelHierarchy"/>
    <dgm:cxn modelId="{07E8448D-D2EE-4CEC-AD43-77A8EF168C66}" type="presOf" srcId="{0C6A1560-CDCB-4723-B5D7-A2A921F9DD9A}" destId="{770B1F38-548E-475D-95B8-79AF8626DD36}" srcOrd="1" destOrd="0" presId="urn:microsoft.com/office/officeart/2008/layout/HorizontalMultiLevelHierarchy"/>
    <dgm:cxn modelId="{39463795-78A4-4FA6-AF35-450B4624F8EE}" type="presOf" srcId="{1C2A0C06-AC04-49A4-AC08-1BC860A23151}" destId="{3590F7F1-98DC-4533-9178-7ABB45012DA1}" srcOrd="0" destOrd="0" presId="urn:microsoft.com/office/officeart/2008/layout/HorizontalMultiLevelHierarchy"/>
    <dgm:cxn modelId="{8C0F22A5-D71F-4D5C-AF03-5CE5E29E12AE}" type="presOf" srcId="{818C07ED-BCBA-41EA-8ED5-1569C2B0460F}" destId="{D940EEA7-2AB1-455A-B815-C9DC4320B479}" srcOrd="1" destOrd="0" presId="urn:microsoft.com/office/officeart/2008/layout/HorizontalMultiLevelHierarchy"/>
    <dgm:cxn modelId="{4F577DB2-03DA-4DCB-A369-DE14B602F985}" type="presOf" srcId="{DF17E72D-A051-454C-8D3F-9B5C409940EF}" destId="{FFE92474-6084-4D12-9B51-FBCC4DA15278}" srcOrd="0" destOrd="0" presId="urn:microsoft.com/office/officeart/2008/layout/HorizontalMultiLevelHierarchy"/>
    <dgm:cxn modelId="{F38874B5-106E-49EA-98D6-353A51C4FF06}" type="presOf" srcId="{155A6431-21A4-4049-9BF1-C5E9AE131486}" destId="{77225221-7555-405F-B1BB-9F7867EDAEC9}" srcOrd="0" destOrd="0" presId="urn:microsoft.com/office/officeart/2008/layout/HorizontalMultiLevelHierarchy"/>
    <dgm:cxn modelId="{BEC8EEB7-DE80-427E-A792-8CD2A773A938}" type="presOf" srcId="{CA41E56D-D406-4B9E-AC96-D0DA5A83005D}" destId="{4D02CD99-53A7-4BBE-958B-696FB6944053}" srcOrd="0" destOrd="0" presId="urn:microsoft.com/office/officeart/2008/layout/HorizontalMultiLevelHierarchy"/>
    <dgm:cxn modelId="{A851B3B8-E20B-489D-A0C3-30D9E9D026DA}" type="presOf" srcId="{0C6A1560-CDCB-4723-B5D7-A2A921F9DD9A}" destId="{B23C1C6F-D175-476E-B4EE-28B1F86A6440}" srcOrd="0" destOrd="0" presId="urn:microsoft.com/office/officeart/2008/layout/HorizontalMultiLevelHierarchy"/>
    <dgm:cxn modelId="{F945FBB9-F0DA-496F-8840-31450B4EAD1F}" srcId="{72C598DC-11CA-438A-B8B6-E60E37C35F7E}" destId="{155A6431-21A4-4049-9BF1-C5E9AE131486}" srcOrd="4" destOrd="0" parTransId="{061DA9D6-33E8-43F7-91F2-FB0400F0573E}" sibTransId="{5A36CD28-BC6D-4C57-BE74-8EC98DF6561C}"/>
    <dgm:cxn modelId="{BD8663BB-7C8E-4782-9C89-4FC34CA3E012}" srcId="{72C598DC-11CA-438A-B8B6-E60E37C35F7E}" destId="{24E7C279-788B-4758-8209-A553242DC8D9}" srcOrd="1" destOrd="0" parTransId="{818C07ED-BCBA-41EA-8ED5-1569C2B0460F}" sibTransId="{31C810B6-3113-477A-90A8-016C7E52E0AA}"/>
    <dgm:cxn modelId="{07F5C8C1-FA1F-4499-A64E-115F71C50E6F}" type="presOf" srcId="{DF17E72D-A051-454C-8D3F-9B5C409940EF}" destId="{51BCEDB2-F0DD-47BF-A964-0CBC92F5BFEB}" srcOrd="1" destOrd="0" presId="urn:microsoft.com/office/officeart/2008/layout/HorizontalMultiLevelHierarchy"/>
    <dgm:cxn modelId="{2B5133C3-A1DF-422F-B18D-4ACEB21E0AA6}" srcId="{E8F413EF-B69A-44AD-BEF5-269A53317A58}" destId="{72C598DC-11CA-438A-B8B6-E60E37C35F7E}" srcOrd="0" destOrd="0" parTransId="{A957853F-88FE-4066-A418-8B15330AFBB0}" sibTransId="{A2F703D2-5124-4271-8D73-94078BD159FD}"/>
    <dgm:cxn modelId="{7099CDC7-AE3E-4760-95B3-EA0DA0AEAEB3}" srcId="{72C598DC-11CA-438A-B8B6-E60E37C35F7E}" destId="{A026173D-604F-45C2-8F48-4FB4E88BDB76}" srcOrd="5" destOrd="0" parTransId="{0C6A1560-CDCB-4723-B5D7-A2A921F9DD9A}" sibTransId="{49DA0B26-42FD-4F1A-89EB-D7040D4C5CB8}"/>
    <dgm:cxn modelId="{9A5586D0-BB97-4A67-8FFE-6C3EC5E5DC29}" type="presOf" srcId="{7DFC241E-6F0C-41DE-92D0-D822A9B34475}" destId="{8EE56DE1-87D9-4D11-823E-C0681F946DD9}" srcOrd="1" destOrd="0" presId="urn:microsoft.com/office/officeart/2008/layout/HorizontalMultiLevelHierarchy"/>
    <dgm:cxn modelId="{2EA762D1-9604-480A-9A02-ABAE3B1AB9C8}" type="presOf" srcId="{D16BF195-C66B-4DA5-9DCC-7F969DAEBC7C}" destId="{DA878A0C-1FB2-4469-B37A-4E24C2249351}" srcOrd="0" destOrd="0" presId="urn:microsoft.com/office/officeart/2008/layout/HorizontalMultiLevelHierarchy"/>
    <dgm:cxn modelId="{3272CFDF-E610-4D36-9A1D-6DFB03F5501C}" type="presOf" srcId="{061DA9D6-33E8-43F7-91F2-FB0400F0573E}" destId="{CC37AD08-BC48-4D1A-9BE1-6FD79F0C2D53}" srcOrd="1" destOrd="0" presId="urn:microsoft.com/office/officeart/2008/layout/HorizontalMultiLevelHierarchy"/>
    <dgm:cxn modelId="{6AC2C4E7-6672-440C-AEAD-47B06B38FFB1}" srcId="{72C598DC-11CA-438A-B8B6-E60E37C35F7E}" destId="{1C2A0C06-AC04-49A4-AC08-1BC860A23151}" srcOrd="2" destOrd="0" parTransId="{DA026AA3-D0F4-4A09-AB66-0D1E4C84272B}" sibTransId="{09FCCE2B-D208-4207-B5C2-26AD5D411F34}"/>
    <dgm:cxn modelId="{61FC20EC-8326-4979-A48A-8A3D44535808}" type="presOf" srcId="{DA026AA3-D0F4-4A09-AB66-0D1E4C84272B}" destId="{361842B1-7520-4BFA-A397-004115EE5505}" srcOrd="0" destOrd="0" presId="urn:microsoft.com/office/officeart/2008/layout/HorizontalMultiLevelHierarchy"/>
    <dgm:cxn modelId="{E322AFF3-9DE5-4D24-9D08-F0511071554A}" srcId="{72C598DC-11CA-438A-B8B6-E60E37C35F7E}" destId="{BF8DFB00-A192-4B2B-96E3-1D07F8DB49C7}" srcOrd="3" destOrd="0" parTransId="{CA41E56D-D406-4B9E-AC96-D0DA5A83005D}" sibTransId="{0AC6590E-6613-4A16-8385-E28C67F0CF79}"/>
    <dgm:cxn modelId="{A82A63F8-3DDE-4EA5-A9DE-A863E82E37E3}" type="presOf" srcId="{DA026AA3-D0F4-4A09-AB66-0D1E4C84272B}" destId="{782482D4-7340-44E8-85CB-F64C2D5A8BB6}" srcOrd="1" destOrd="0" presId="urn:microsoft.com/office/officeart/2008/layout/HorizontalMultiLevelHierarchy"/>
    <dgm:cxn modelId="{80747764-F9F1-46CF-8C97-0B2116A87578}" type="presParOf" srcId="{E6D9D623-88A2-4293-87A6-EA28637F0216}" destId="{C5A6EE6C-F410-4D71-90A1-AB2B624B644A}" srcOrd="0" destOrd="0" presId="urn:microsoft.com/office/officeart/2008/layout/HorizontalMultiLevelHierarchy"/>
    <dgm:cxn modelId="{B80E217C-C449-406D-A014-40476E4B2B9D}" type="presParOf" srcId="{C5A6EE6C-F410-4D71-90A1-AB2B624B644A}" destId="{637DBD5D-5FC3-4CF8-ADA5-51EBDAEE07B8}" srcOrd="0" destOrd="0" presId="urn:microsoft.com/office/officeart/2008/layout/HorizontalMultiLevelHierarchy"/>
    <dgm:cxn modelId="{06827FF4-3350-4C43-9B1A-D277AC779C72}" type="presParOf" srcId="{C5A6EE6C-F410-4D71-90A1-AB2B624B644A}" destId="{D2E8EF69-5DD0-4970-BA12-7488C48ED55F}" srcOrd="1" destOrd="0" presId="urn:microsoft.com/office/officeart/2008/layout/HorizontalMultiLevelHierarchy"/>
    <dgm:cxn modelId="{E7666715-15F1-4DF9-A46D-672A9EB69B5A}" type="presParOf" srcId="{D2E8EF69-5DD0-4970-BA12-7488C48ED55F}" destId="{CB5DAE1B-D9AD-4C7A-8055-D9709BEF6D59}" srcOrd="0" destOrd="0" presId="urn:microsoft.com/office/officeart/2008/layout/HorizontalMultiLevelHierarchy"/>
    <dgm:cxn modelId="{FF6B5A26-F97A-47D4-8D8D-92D5B35D1A27}" type="presParOf" srcId="{CB5DAE1B-D9AD-4C7A-8055-D9709BEF6D59}" destId="{8EE56DE1-87D9-4D11-823E-C0681F946DD9}" srcOrd="0" destOrd="0" presId="urn:microsoft.com/office/officeart/2008/layout/HorizontalMultiLevelHierarchy"/>
    <dgm:cxn modelId="{2BB570DB-A1CE-48CA-AD24-44AB61A828BF}" type="presParOf" srcId="{D2E8EF69-5DD0-4970-BA12-7488C48ED55F}" destId="{F1D5E4C8-475F-4EA4-8CAB-9235BE6B510E}" srcOrd="1" destOrd="0" presId="urn:microsoft.com/office/officeart/2008/layout/HorizontalMultiLevelHierarchy"/>
    <dgm:cxn modelId="{24FC1126-C9B5-4857-8F4B-DE8A533A7758}" type="presParOf" srcId="{F1D5E4C8-475F-4EA4-8CAB-9235BE6B510E}" destId="{DA878A0C-1FB2-4469-B37A-4E24C2249351}" srcOrd="0" destOrd="0" presId="urn:microsoft.com/office/officeart/2008/layout/HorizontalMultiLevelHierarchy"/>
    <dgm:cxn modelId="{3C8767A8-BFE8-4C8F-8D4F-2ACD00F97596}" type="presParOf" srcId="{F1D5E4C8-475F-4EA4-8CAB-9235BE6B510E}" destId="{7D9F28B9-E514-4FCB-931C-AC989B403783}" srcOrd="1" destOrd="0" presId="urn:microsoft.com/office/officeart/2008/layout/HorizontalMultiLevelHierarchy"/>
    <dgm:cxn modelId="{98ACDD84-F76E-4FBF-B723-C5A6A8C84C53}" type="presParOf" srcId="{D2E8EF69-5DD0-4970-BA12-7488C48ED55F}" destId="{7CC7842B-0AB4-4BE4-AED6-057278EA163D}" srcOrd="2" destOrd="0" presId="urn:microsoft.com/office/officeart/2008/layout/HorizontalMultiLevelHierarchy"/>
    <dgm:cxn modelId="{BF900A28-6F7A-409F-877C-372595F17AC3}" type="presParOf" srcId="{7CC7842B-0AB4-4BE4-AED6-057278EA163D}" destId="{D940EEA7-2AB1-455A-B815-C9DC4320B479}" srcOrd="0" destOrd="0" presId="urn:microsoft.com/office/officeart/2008/layout/HorizontalMultiLevelHierarchy"/>
    <dgm:cxn modelId="{F6C2D193-BFA2-4D3B-8809-97E5B2987704}" type="presParOf" srcId="{D2E8EF69-5DD0-4970-BA12-7488C48ED55F}" destId="{B241A575-4EB0-4088-BD5F-1D80D3E58B1F}" srcOrd="3" destOrd="0" presId="urn:microsoft.com/office/officeart/2008/layout/HorizontalMultiLevelHierarchy"/>
    <dgm:cxn modelId="{EC6DFF9E-7D6D-4C60-8AE0-99EEED4D92A7}" type="presParOf" srcId="{B241A575-4EB0-4088-BD5F-1D80D3E58B1F}" destId="{8018B482-2EE0-4DC2-A04D-A9E518A44C85}" srcOrd="0" destOrd="0" presId="urn:microsoft.com/office/officeart/2008/layout/HorizontalMultiLevelHierarchy"/>
    <dgm:cxn modelId="{0DD49F1A-9709-45BA-BD4E-F195440DC749}" type="presParOf" srcId="{B241A575-4EB0-4088-BD5F-1D80D3E58B1F}" destId="{E63633D5-068B-41E5-8FCF-73515A092559}" srcOrd="1" destOrd="0" presId="urn:microsoft.com/office/officeart/2008/layout/HorizontalMultiLevelHierarchy"/>
    <dgm:cxn modelId="{2600D17A-A025-435A-86FE-EA94266FA4CF}" type="presParOf" srcId="{D2E8EF69-5DD0-4970-BA12-7488C48ED55F}" destId="{361842B1-7520-4BFA-A397-004115EE5505}" srcOrd="4" destOrd="0" presId="urn:microsoft.com/office/officeart/2008/layout/HorizontalMultiLevelHierarchy"/>
    <dgm:cxn modelId="{C37633C1-CE54-4A3C-A464-BEC70076EBCB}" type="presParOf" srcId="{361842B1-7520-4BFA-A397-004115EE5505}" destId="{782482D4-7340-44E8-85CB-F64C2D5A8BB6}" srcOrd="0" destOrd="0" presId="urn:microsoft.com/office/officeart/2008/layout/HorizontalMultiLevelHierarchy"/>
    <dgm:cxn modelId="{033E8C77-1305-4A45-8B07-B23D543E8B81}" type="presParOf" srcId="{D2E8EF69-5DD0-4970-BA12-7488C48ED55F}" destId="{309ED008-9C84-478D-8EAC-7BC1B6A22868}" srcOrd="5" destOrd="0" presId="urn:microsoft.com/office/officeart/2008/layout/HorizontalMultiLevelHierarchy"/>
    <dgm:cxn modelId="{F09F0C19-19DA-49E7-9B2F-C7A0D450ABC6}" type="presParOf" srcId="{309ED008-9C84-478D-8EAC-7BC1B6A22868}" destId="{3590F7F1-98DC-4533-9178-7ABB45012DA1}" srcOrd="0" destOrd="0" presId="urn:microsoft.com/office/officeart/2008/layout/HorizontalMultiLevelHierarchy"/>
    <dgm:cxn modelId="{51DD2FAA-F8CF-4E87-8652-AF0A62236B91}" type="presParOf" srcId="{309ED008-9C84-478D-8EAC-7BC1B6A22868}" destId="{24B5186A-3F4A-4775-95EF-1C7FC8897D5D}" srcOrd="1" destOrd="0" presId="urn:microsoft.com/office/officeart/2008/layout/HorizontalMultiLevelHierarchy"/>
    <dgm:cxn modelId="{857381B1-3EFB-4EC5-975D-C77A53453F1D}" type="presParOf" srcId="{D2E8EF69-5DD0-4970-BA12-7488C48ED55F}" destId="{4D02CD99-53A7-4BBE-958B-696FB6944053}" srcOrd="6" destOrd="0" presId="urn:microsoft.com/office/officeart/2008/layout/HorizontalMultiLevelHierarchy"/>
    <dgm:cxn modelId="{16F4C2A9-5112-419A-A5EE-1AB0471F6C00}" type="presParOf" srcId="{4D02CD99-53A7-4BBE-958B-696FB6944053}" destId="{5FACF3FF-DE0D-4A1D-BCD1-03DDBB07EAE5}" srcOrd="0" destOrd="0" presId="urn:microsoft.com/office/officeart/2008/layout/HorizontalMultiLevelHierarchy"/>
    <dgm:cxn modelId="{4BBF37E3-A881-4538-9B34-0EA00E0B5AED}" type="presParOf" srcId="{D2E8EF69-5DD0-4970-BA12-7488C48ED55F}" destId="{5666898E-ADE4-44DF-8178-F30280899B45}" srcOrd="7" destOrd="0" presId="urn:microsoft.com/office/officeart/2008/layout/HorizontalMultiLevelHierarchy"/>
    <dgm:cxn modelId="{B6BCF1B8-C963-40D3-A09D-C9EF00A54D45}" type="presParOf" srcId="{5666898E-ADE4-44DF-8178-F30280899B45}" destId="{34F92390-DE78-4941-B670-86C23C6E6EF7}" srcOrd="0" destOrd="0" presId="urn:microsoft.com/office/officeart/2008/layout/HorizontalMultiLevelHierarchy"/>
    <dgm:cxn modelId="{3ECFCD41-EB3F-4D56-919C-995BC5B97722}" type="presParOf" srcId="{5666898E-ADE4-44DF-8178-F30280899B45}" destId="{8028BA6A-428C-402A-B755-F5AD7D7B7769}" srcOrd="1" destOrd="0" presId="urn:microsoft.com/office/officeart/2008/layout/HorizontalMultiLevelHierarchy"/>
    <dgm:cxn modelId="{1180C4EA-B3AE-4F4D-AD0F-DB9D6B95BFB4}" type="presParOf" srcId="{D2E8EF69-5DD0-4970-BA12-7488C48ED55F}" destId="{2570E19E-DA5D-401B-9DE7-702819F8C182}" srcOrd="8" destOrd="0" presId="urn:microsoft.com/office/officeart/2008/layout/HorizontalMultiLevelHierarchy"/>
    <dgm:cxn modelId="{17449CB8-DD2E-455D-8D0C-363B516CF80B}" type="presParOf" srcId="{2570E19E-DA5D-401B-9DE7-702819F8C182}" destId="{CC37AD08-BC48-4D1A-9BE1-6FD79F0C2D53}" srcOrd="0" destOrd="0" presId="urn:microsoft.com/office/officeart/2008/layout/HorizontalMultiLevelHierarchy"/>
    <dgm:cxn modelId="{4C0CE598-4CFA-4D3E-B49E-5C9FBCC6551F}" type="presParOf" srcId="{D2E8EF69-5DD0-4970-BA12-7488C48ED55F}" destId="{38C904B6-51B9-458C-A8F6-858222F2CF9F}" srcOrd="9" destOrd="0" presId="urn:microsoft.com/office/officeart/2008/layout/HorizontalMultiLevelHierarchy"/>
    <dgm:cxn modelId="{3603FF16-BA19-4D75-98E2-4A369B8BDA7A}" type="presParOf" srcId="{38C904B6-51B9-458C-A8F6-858222F2CF9F}" destId="{77225221-7555-405F-B1BB-9F7867EDAEC9}" srcOrd="0" destOrd="0" presId="urn:microsoft.com/office/officeart/2008/layout/HorizontalMultiLevelHierarchy"/>
    <dgm:cxn modelId="{90C5B66C-6EA3-4FCD-91F1-3C711C357587}" type="presParOf" srcId="{38C904B6-51B9-458C-A8F6-858222F2CF9F}" destId="{4006906A-BD7A-43B2-951C-7C16112A6C6B}" srcOrd="1" destOrd="0" presId="urn:microsoft.com/office/officeart/2008/layout/HorizontalMultiLevelHierarchy"/>
    <dgm:cxn modelId="{5E979CDD-8DC9-4480-B809-43E687E9D3B5}" type="presParOf" srcId="{D2E8EF69-5DD0-4970-BA12-7488C48ED55F}" destId="{B23C1C6F-D175-476E-B4EE-28B1F86A6440}" srcOrd="10" destOrd="0" presId="urn:microsoft.com/office/officeart/2008/layout/HorizontalMultiLevelHierarchy"/>
    <dgm:cxn modelId="{F2C1BFB0-694C-4C5F-A467-A7140DE29EA9}" type="presParOf" srcId="{B23C1C6F-D175-476E-B4EE-28B1F86A6440}" destId="{770B1F38-548E-475D-95B8-79AF8626DD36}" srcOrd="0" destOrd="0" presId="urn:microsoft.com/office/officeart/2008/layout/HorizontalMultiLevelHierarchy"/>
    <dgm:cxn modelId="{F9639716-137C-472C-8181-AA89079E4151}" type="presParOf" srcId="{D2E8EF69-5DD0-4970-BA12-7488C48ED55F}" destId="{C70EDCEA-5C57-449C-B3AC-D62FE04EEA55}" srcOrd="11" destOrd="0" presId="urn:microsoft.com/office/officeart/2008/layout/HorizontalMultiLevelHierarchy"/>
    <dgm:cxn modelId="{D0C3CA74-E97E-4BA4-8314-F3797D5859E0}" type="presParOf" srcId="{C70EDCEA-5C57-449C-B3AC-D62FE04EEA55}" destId="{16DE956C-26F8-429E-ACAB-CA24EDD1C3ED}" srcOrd="0" destOrd="0" presId="urn:microsoft.com/office/officeart/2008/layout/HorizontalMultiLevelHierarchy"/>
    <dgm:cxn modelId="{3071F16E-10C4-4E05-B03C-95A00F094660}" type="presParOf" srcId="{C70EDCEA-5C57-449C-B3AC-D62FE04EEA55}" destId="{04649692-0A04-4232-AEC1-C9ECD6947203}" srcOrd="1" destOrd="0" presId="urn:microsoft.com/office/officeart/2008/layout/HorizontalMultiLevelHierarchy"/>
    <dgm:cxn modelId="{AEF9D96F-2BCE-4BDB-9666-87A12295D308}" type="presParOf" srcId="{D2E8EF69-5DD0-4970-BA12-7488C48ED55F}" destId="{FFE92474-6084-4D12-9B51-FBCC4DA15278}" srcOrd="12" destOrd="0" presId="urn:microsoft.com/office/officeart/2008/layout/HorizontalMultiLevelHierarchy"/>
    <dgm:cxn modelId="{ED8BB114-515F-4E26-84DE-41602564118D}" type="presParOf" srcId="{FFE92474-6084-4D12-9B51-FBCC4DA15278}" destId="{51BCEDB2-F0DD-47BF-A964-0CBC92F5BFEB}" srcOrd="0" destOrd="0" presId="urn:microsoft.com/office/officeart/2008/layout/HorizontalMultiLevelHierarchy"/>
    <dgm:cxn modelId="{280B3402-3195-4A6B-8D77-8E4EC8264D2D}" type="presParOf" srcId="{D2E8EF69-5DD0-4970-BA12-7488C48ED55F}" destId="{1537B3E4-4F0F-4BD8-9E69-8B3880205D47}" srcOrd="13" destOrd="0" presId="urn:microsoft.com/office/officeart/2008/layout/HorizontalMultiLevelHierarchy"/>
    <dgm:cxn modelId="{D9F97FB1-097E-4E2A-AB9E-5C2A54C26D4E}" type="presParOf" srcId="{1537B3E4-4F0F-4BD8-9E69-8B3880205D47}" destId="{6C865D66-C8FB-4C2F-B4E8-3AEF71711B94}" srcOrd="0" destOrd="0" presId="urn:microsoft.com/office/officeart/2008/layout/HorizontalMultiLevelHierarchy"/>
    <dgm:cxn modelId="{0DB3DC02-7D0B-4AB3-8B1E-12E19D57434D}" type="presParOf" srcId="{1537B3E4-4F0F-4BD8-9E69-8B3880205D47}" destId="{A164358E-4270-40C0-8441-891CB1CFCE41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8F413EF-B69A-44AD-BEF5-269A53317A58}" type="doc">
      <dgm:prSet loTypeId="urn:microsoft.com/office/officeart/2005/8/layout/hierarchy2" loCatId="hierarchy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72C598DC-11CA-438A-B8B6-E60E37C35F7E}">
      <dgm:prSet phldrT="[Text]" custT="1"/>
      <dgm:spPr/>
      <dgm:t>
        <a:bodyPr/>
        <a:lstStyle/>
        <a:p>
          <a:r>
            <a:rPr lang="en-US" sz="1800" dirty="0"/>
            <a:t>Object</a:t>
          </a:r>
          <a:endParaRPr lang="en-IN" sz="1800" dirty="0"/>
        </a:p>
      </dgm:t>
    </dgm:pt>
    <dgm:pt modelId="{A957853F-88FE-4066-A418-8B15330AFBB0}" type="parTrans" cxnId="{2B5133C3-A1DF-422F-B18D-4ACEB21E0AA6}">
      <dgm:prSet/>
      <dgm:spPr/>
      <dgm:t>
        <a:bodyPr/>
        <a:lstStyle/>
        <a:p>
          <a:endParaRPr lang="en-IN" sz="1800"/>
        </a:p>
      </dgm:t>
    </dgm:pt>
    <dgm:pt modelId="{A2F703D2-5124-4271-8D73-94078BD159FD}" type="sibTrans" cxnId="{2B5133C3-A1DF-422F-B18D-4ACEB21E0AA6}">
      <dgm:prSet/>
      <dgm:spPr/>
      <dgm:t>
        <a:bodyPr/>
        <a:lstStyle/>
        <a:p>
          <a:endParaRPr lang="en-IN" sz="1800"/>
        </a:p>
      </dgm:t>
    </dgm:pt>
    <dgm:pt modelId="{D16BF195-C66B-4DA5-9DCC-7F969DAEBC7C}">
      <dgm:prSet custT="1"/>
      <dgm:spPr/>
      <dgm:t>
        <a:bodyPr/>
        <a:lstStyle/>
        <a:p>
          <a:r>
            <a:rPr lang="en-IN" sz="1800" b="0" i="0" dirty="0"/>
            <a:t>String/ number/ </a:t>
          </a:r>
          <a:r>
            <a:rPr lang="en-IN" sz="1800" b="0" i="0" dirty="0" err="1"/>
            <a:t>boolean</a:t>
          </a:r>
          <a:r>
            <a:rPr lang="en-IN" sz="1800" b="0" i="0" dirty="0"/>
            <a:t>/ null/ undefined</a:t>
          </a:r>
          <a:endParaRPr lang="en-IN" sz="1800" dirty="0"/>
        </a:p>
      </dgm:t>
    </dgm:pt>
    <dgm:pt modelId="{7DFC241E-6F0C-41DE-92D0-D822A9B34475}" type="parTrans" cxnId="{67F7F149-6999-4B45-9340-1B287AFA68D3}">
      <dgm:prSet custT="1"/>
      <dgm:spPr/>
      <dgm:t>
        <a:bodyPr/>
        <a:lstStyle/>
        <a:p>
          <a:endParaRPr lang="en-IN" sz="1800"/>
        </a:p>
      </dgm:t>
    </dgm:pt>
    <dgm:pt modelId="{9D53E789-899F-49B5-80E9-C819758E897D}" type="sibTrans" cxnId="{67F7F149-6999-4B45-9340-1B287AFA68D3}">
      <dgm:prSet/>
      <dgm:spPr/>
      <dgm:t>
        <a:bodyPr/>
        <a:lstStyle/>
        <a:p>
          <a:endParaRPr lang="en-IN" sz="1800"/>
        </a:p>
      </dgm:t>
    </dgm:pt>
    <dgm:pt modelId="{24E7C279-788B-4758-8209-A553242DC8D9}">
      <dgm:prSet custT="1"/>
      <dgm:spPr/>
      <dgm:t>
        <a:bodyPr/>
        <a:lstStyle/>
        <a:p>
          <a:r>
            <a:rPr lang="en-IN" sz="1800" b="0" i="0" dirty="0"/>
            <a:t>Array</a:t>
          </a:r>
          <a:endParaRPr lang="en-IN" sz="1800" dirty="0"/>
        </a:p>
      </dgm:t>
    </dgm:pt>
    <dgm:pt modelId="{818C07ED-BCBA-41EA-8ED5-1569C2B0460F}" type="parTrans" cxnId="{BD8663BB-7C8E-4782-9C89-4FC34CA3E012}">
      <dgm:prSet custT="1"/>
      <dgm:spPr/>
      <dgm:t>
        <a:bodyPr/>
        <a:lstStyle/>
        <a:p>
          <a:endParaRPr lang="en-IN" sz="1800"/>
        </a:p>
      </dgm:t>
    </dgm:pt>
    <dgm:pt modelId="{31C810B6-3113-477A-90A8-016C7E52E0AA}" type="sibTrans" cxnId="{BD8663BB-7C8E-4782-9C89-4FC34CA3E012}">
      <dgm:prSet/>
      <dgm:spPr/>
      <dgm:t>
        <a:bodyPr/>
        <a:lstStyle/>
        <a:p>
          <a:endParaRPr lang="en-IN" sz="1800"/>
        </a:p>
      </dgm:t>
    </dgm:pt>
    <dgm:pt modelId="{FC73A19D-8314-4219-AFCF-34D49909E5E7}">
      <dgm:prSet custT="1"/>
      <dgm:spPr/>
      <dgm:t>
        <a:bodyPr/>
        <a:lstStyle/>
        <a:p>
          <a:r>
            <a:rPr lang="en-US" sz="1800" dirty="0"/>
            <a:t>Object</a:t>
          </a:r>
          <a:endParaRPr lang="en-IN" sz="1800" dirty="0"/>
        </a:p>
      </dgm:t>
    </dgm:pt>
    <dgm:pt modelId="{AA0513BE-B3FB-4A12-B657-3F9B9F557361}" type="parTrans" cxnId="{BC362B0B-1BBB-4743-A1F4-434BFEECC1BE}">
      <dgm:prSet custT="1"/>
      <dgm:spPr/>
      <dgm:t>
        <a:bodyPr/>
        <a:lstStyle/>
        <a:p>
          <a:endParaRPr lang="en-IN" sz="1800"/>
        </a:p>
      </dgm:t>
    </dgm:pt>
    <dgm:pt modelId="{E3FE649B-F2C6-465C-9432-A2D135D1A426}" type="sibTrans" cxnId="{BC362B0B-1BBB-4743-A1F4-434BFEECC1BE}">
      <dgm:prSet/>
      <dgm:spPr/>
      <dgm:t>
        <a:bodyPr/>
        <a:lstStyle/>
        <a:p>
          <a:endParaRPr lang="en-IN" sz="1800"/>
        </a:p>
      </dgm:t>
    </dgm:pt>
    <dgm:pt modelId="{1C2A0C06-AC04-49A4-AC08-1BC860A23151}">
      <dgm:prSet custT="1"/>
      <dgm:spPr/>
      <dgm:t>
        <a:bodyPr/>
        <a:lstStyle/>
        <a:p>
          <a:r>
            <a:rPr lang="en-IN" sz="1800" b="0" i="0" dirty="0"/>
            <a:t>Function</a:t>
          </a:r>
          <a:endParaRPr lang="en-IN" sz="1800" dirty="0"/>
        </a:p>
      </dgm:t>
    </dgm:pt>
    <dgm:pt modelId="{09FCCE2B-D208-4207-B5C2-26AD5D411F34}" type="sibTrans" cxnId="{6AC2C4E7-6672-440C-AEAD-47B06B38FFB1}">
      <dgm:prSet/>
      <dgm:spPr/>
      <dgm:t>
        <a:bodyPr/>
        <a:lstStyle/>
        <a:p>
          <a:endParaRPr lang="en-IN" sz="1800"/>
        </a:p>
      </dgm:t>
    </dgm:pt>
    <dgm:pt modelId="{DA026AA3-D0F4-4A09-AB66-0D1E4C84272B}" type="parTrans" cxnId="{6AC2C4E7-6672-440C-AEAD-47B06B38FFB1}">
      <dgm:prSet custT="1"/>
      <dgm:spPr/>
      <dgm:t>
        <a:bodyPr/>
        <a:lstStyle/>
        <a:p>
          <a:endParaRPr lang="en-IN" sz="1800"/>
        </a:p>
      </dgm:t>
    </dgm:pt>
    <dgm:pt modelId="{525D2FB0-3A1B-4893-BB35-B6FD39383710}" type="pres">
      <dgm:prSet presAssocID="{E8F413EF-B69A-44AD-BEF5-269A53317A5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FD0FC6C-686F-4DDE-9D08-230ED1D0F3B5}" type="pres">
      <dgm:prSet presAssocID="{72C598DC-11CA-438A-B8B6-E60E37C35F7E}" presName="root1" presStyleCnt="0"/>
      <dgm:spPr/>
    </dgm:pt>
    <dgm:pt modelId="{8C438ACC-B12F-4026-93D7-A133D17E602C}" type="pres">
      <dgm:prSet presAssocID="{72C598DC-11CA-438A-B8B6-E60E37C35F7E}" presName="LevelOneTextNode" presStyleLbl="node0" presStyleIdx="0" presStyleCnt="1">
        <dgm:presLayoutVars>
          <dgm:chPref val="3"/>
        </dgm:presLayoutVars>
      </dgm:prSet>
      <dgm:spPr/>
    </dgm:pt>
    <dgm:pt modelId="{1019CEE6-DAF5-463E-B827-19D17F7003E4}" type="pres">
      <dgm:prSet presAssocID="{72C598DC-11CA-438A-B8B6-E60E37C35F7E}" presName="level2hierChild" presStyleCnt="0"/>
      <dgm:spPr/>
    </dgm:pt>
    <dgm:pt modelId="{A777825A-C574-4C37-B1D5-E417AC512871}" type="pres">
      <dgm:prSet presAssocID="{7DFC241E-6F0C-41DE-92D0-D822A9B34475}" presName="conn2-1" presStyleLbl="parChTrans1D2" presStyleIdx="0" presStyleCnt="4"/>
      <dgm:spPr/>
    </dgm:pt>
    <dgm:pt modelId="{6BC44F74-A541-47E4-983F-522C0385CB7B}" type="pres">
      <dgm:prSet presAssocID="{7DFC241E-6F0C-41DE-92D0-D822A9B34475}" presName="connTx" presStyleLbl="parChTrans1D2" presStyleIdx="0" presStyleCnt="4"/>
      <dgm:spPr/>
    </dgm:pt>
    <dgm:pt modelId="{E8033238-093F-4B02-864B-02B6A27054BF}" type="pres">
      <dgm:prSet presAssocID="{D16BF195-C66B-4DA5-9DCC-7F969DAEBC7C}" presName="root2" presStyleCnt="0"/>
      <dgm:spPr/>
    </dgm:pt>
    <dgm:pt modelId="{74AF17F8-11C5-4C4D-9889-4D709BEFA36E}" type="pres">
      <dgm:prSet presAssocID="{D16BF195-C66B-4DA5-9DCC-7F969DAEBC7C}" presName="LevelTwoTextNode" presStyleLbl="node2" presStyleIdx="0" presStyleCnt="4">
        <dgm:presLayoutVars>
          <dgm:chPref val="3"/>
        </dgm:presLayoutVars>
      </dgm:prSet>
      <dgm:spPr/>
    </dgm:pt>
    <dgm:pt modelId="{A8F962F6-5F05-418F-9560-3823A2E34756}" type="pres">
      <dgm:prSet presAssocID="{D16BF195-C66B-4DA5-9DCC-7F969DAEBC7C}" presName="level3hierChild" presStyleCnt="0"/>
      <dgm:spPr/>
    </dgm:pt>
    <dgm:pt modelId="{FA016B54-12CF-40F2-ACCB-DCF3A2D8940B}" type="pres">
      <dgm:prSet presAssocID="{818C07ED-BCBA-41EA-8ED5-1569C2B0460F}" presName="conn2-1" presStyleLbl="parChTrans1D2" presStyleIdx="1" presStyleCnt="4"/>
      <dgm:spPr/>
    </dgm:pt>
    <dgm:pt modelId="{38A5C492-A323-4C5C-B99B-21057760B5FD}" type="pres">
      <dgm:prSet presAssocID="{818C07ED-BCBA-41EA-8ED5-1569C2B0460F}" presName="connTx" presStyleLbl="parChTrans1D2" presStyleIdx="1" presStyleCnt="4"/>
      <dgm:spPr/>
    </dgm:pt>
    <dgm:pt modelId="{C8F9D96D-8988-4356-A7DB-8EDD1FF5122A}" type="pres">
      <dgm:prSet presAssocID="{24E7C279-788B-4758-8209-A553242DC8D9}" presName="root2" presStyleCnt="0"/>
      <dgm:spPr/>
    </dgm:pt>
    <dgm:pt modelId="{3744B4FA-EDFC-41A1-A9AF-233C48BE97B5}" type="pres">
      <dgm:prSet presAssocID="{24E7C279-788B-4758-8209-A553242DC8D9}" presName="LevelTwoTextNode" presStyleLbl="node2" presStyleIdx="1" presStyleCnt="4" custLinFactNeighborY="-2401">
        <dgm:presLayoutVars>
          <dgm:chPref val="3"/>
        </dgm:presLayoutVars>
      </dgm:prSet>
      <dgm:spPr/>
    </dgm:pt>
    <dgm:pt modelId="{08C9CE28-6DAC-42E4-BCFD-40EF75AB5A24}" type="pres">
      <dgm:prSet presAssocID="{24E7C279-788B-4758-8209-A553242DC8D9}" presName="level3hierChild" presStyleCnt="0"/>
      <dgm:spPr/>
    </dgm:pt>
    <dgm:pt modelId="{61910056-D8A4-47E6-A9B6-D2C93D7424FF}" type="pres">
      <dgm:prSet presAssocID="{DA026AA3-D0F4-4A09-AB66-0D1E4C84272B}" presName="conn2-1" presStyleLbl="parChTrans1D2" presStyleIdx="2" presStyleCnt="4"/>
      <dgm:spPr/>
    </dgm:pt>
    <dgm:pt modelId="{0CCC2B8A-3DE2-4DDB-AD50-CDEDF1639BC9}" type="pres">
      <dgm:prSet presAssocID="{DA026AA3-D0F4-4A09-AB66-0D1E4C84272B}" presName="connTx" presStyleLbl="parChTrans1D2" presStyleIdx="2" presStyleCnt="4"/>
      <dgm:spPr/>
    </dgm:pt>
    <dgm:pt modelId="{907EF1B2-C33F-4386-8BFB-538B3F946675}" type="pres">
      <dgm:prSet presAssocID="{1C2A0C06-AC04-49A4-AC08-1BC860A23151}" presName="root2" presStyleCnt="0"/>
      <dgm:spPr/>
    </dgm:pt>
    <dgm:pt modelId="{1FEA855C-C1DE-4708-9040-6BA8817FF69B}" type="pres">
      <dgm:prSet presAssocID="{1C2A0C06-AC04-49A4-AC08-1BC860A23151}" presName="LevelTwoTextNode" presStyleLbl="node2" presStyleIdx="2" presStyleCnt="4" custLinFactNeighborX="-836" custLinFactNeighborY="-3532">
        <dgm:presLayoutVars>
          <dgm:chPref val="3"/>
        </dgm:presLayoutVars>
      </dgm:prSet>
      <dgm:spPr/>
    </dgm:pt>
    <dgm:pt modelId="{4C043906-14DC-4B9D-B38E-85FE31C7F15F}" type="pres">
      <dgm:prSet presAssocID="{1C2A0C06-AC04-49A4-AC08-1BC860A23151}" presName="level3hierChild" presStyleCnt="0"/>
      <dgm:spPr/>
    </dgm:pt>
    <dgm:pt modelId="{4A4155C0-70DD-4661-BCC8-0BF954A053BD}" type="pres">
      <dgm:prSet presAssocID="{AA0513BE-B3FB-4A12-B657-3F9B9F557361}" presName="conn2-1" presStyleLbl="parChTrans1D2" presStyleIdx="3" presStyleCnt="4"/>
      <dgm:spPr/>
    </dgm:pt>
    <dgm:pt modelId="{14ED2E14-849E-4A92-840A-C2A450EF4B83}" type="pres">
      <dgm:prSet presAssocID="{AA0513BE-B3FB-4A12-B657-3F9B9F557361}" presName="connTx" presStyleLbl="parChTrans1D2" presStyleIdx="3" presStyleCnt="4"/>
      <dgm:spPr/>
    </dgm:pt>
    <dgm:pt modelId="{7FAAF76E-B170-4372-BA80-0C2F3F5A2CF0}" type="pres">
      <dgm:prSet presAssocID="{FC73A19D-8314-4219-AFCF-34D49909E5E7}" presName="root2" presStyleCnt="0"/>
      <dgm:spPr/>
    </dgm:pt>
    <dgm:pt modelId="{2E95151C-B502-4C41-A713-E881D229C78E}" type="pres">
      <dgm:prSet presAssocID="{FC73A19D-8314-4219-AFCF-34D49909E5E7}" presName="LevelTwoTextNode" presStyleLbl="node2" presStyleIdx="3" presStyleCnt="4">
        <dgm:presLayoutVars>
          <dgm:chPref val="3"/>
        </dgm:presLayoutVars>
      </dgm:prSet>
      <dgm:spPr/>
    </dgm:pt>
    <dgm:pt modelId="{94A58028-D8C7-400E-B9FE-1DA27B227212}" type="pres">
      <dgm:prSet presAssocID="{FC73A19D-8314-4219-AFCF-34D49909E5E7}" presName="level3hierChild" presStyleCnt="0"/>
      <dgm:spPr/>
    </dgm:pt>
  </dgm:ptLst>
  <dgm:cxnLst>
    <dgm:cxn modelId="{BC362B0B-1BBB-4743-A1F4-434BFEECC1BE}" srcId="{72C598DC-11CA-438A-B8B6-E60E37C35F7E}" destId="{FC73A19D-8314-4219-AFCF-34D49909E5E7}" srcOrd="3" destOrd="0" parTransId="{AA0513BE-B3FB-4A12-B657-3F9B9F557361}" sibTransId="{E3FE649B-F2C6-465C-9432-A2D135D1A426}"/>
    <dgm:cxn modelId="{56CE3A10-BB63-4687-AF40-80B6682A4FA1}" type="presOf" srcId="{D16BF195-C66B-4DA5-9DCC-7F969DAEBC7C}" destId="{74AF17F8-11C5-4C4D-9889-4D709BEFA36E}" srcOrd="0" destOrd="0" presId="urn:microsoft.com/office/officeart/2005/8/layout/hierarchy2"/>
    <dgm:cxn modelId="{00B27A2E-7EA8-4BC8-A269-1C26C851A6A7}" type="presOf" srcId="{DA026AA3-D0F4-4A09-AB66-0D1E4C84272B}" destId="{0CCC2B8A-3DE2-4DDB-AD50-CDEDF1639BC9}" srcOrd="1" destOrd="0" presId="urn:microsoft.com/office/officeart/2005/8/layout/hierarchy2"/>
    <dgm:cxn modelId="{9E618534-0AF7-4C4C-A1D6-E9BD08DF3ADC}" type="presOf" srcId="{AA0513BE-B3FB-4A12-B657-3F9B9F557361}" destId="{14ED2E14-849E-4A92-840A-C2A450EF4B83}" srcOrd="1" destOrd="0" presId="urn:microsoft.com/office/officeart/2005/8/layout/hierarchy2"/>
    <dgm:cxn modelId="{2ACF433A-96A2-41AB-8749-3D71EFFBF39B}" type="presOf" srcId="{818C07ED-BCBA-41EA-8ED5-1569C2B0460F}" destId="{FA016B54-12CF-40F2-ACCB-DCF3A2D8940B}" srcOrd="0" destOrd="0" presId="urn:microsoft.com/office/officeart/2005/8/layout/hierarchy2"/>
    <dgm:cxn modelId="{D7D8E95D-056B-4219-B854-CB4FDCB6B9DA}" type="presOf" srcId="{1C2A0C06-AC04-49A4-AC08-1BC860A23151}" destId="{1FEA855C-C1DE-4708-9040-6BA8817FF69B}" srcOrd="0" destOrd="0" presId="urn:microsoft.com/office/officeart/2005/8/layout/hierarchy2"/>
    <dgm:cxn modelId="{67F7F149-6999-4B45-9340-1B287AFA68D3}" srcId="{72C598DC-11CA-438A-B8B6-E60E37C35F7E}" destId="{D16BF195-C66B-4DA5-9DCC-7F969DAEBC7C}" srcOrd="0" destOrd="0" parTransId="{7DFC241E-6F0C-41DE-92D0-D822A9B34475}" sibTransId="{9D53E789-899F-49B5-80E9-C819758E897D}"/>
    <dgm:cxn modelId="{BB95756F-C00F-44DE-8CA8-6F385768680E}" type="presOf" srcId="{818C07ED-BCBA-41EA-8ED5-1569C2B0460F}" destId="{38A5C492-A323-4C5C-B99B-21057760B5FD}" srcOrd="1" destOrd="0" presId="urn:microsoft.com/office/officeart/2005/8/layout/hierarchy2"/>
    <dgm:cxn modelId="{7055B482-5CE3-4B58-933E-E2B52CAB5932}" type="presOf" srcId="{AA0513BE-B3FB-4A12-B657-3F9B9F557361}" destId="{4A4155C0-70DD-4661-BCC8-0BF954A053BD}" srcOrd="0" destOrd="0" presId="urn:microsoft.com/office/officeart/2005/8/layout/hierarchy2"/>
    <dgm:cxn modelId="{B278C68D-DCB8-46E9-A3FD-E8A6644DA166}" type="presOf" srcId="{7DFC241E-6F0C-41DE-92D0-D822A9B34475}" destId="{6BC44F74-A541-47E4-983F-522C0385CB7B}" srcOrd="1" destOrd="0" presId="urn:microsoft.com/office/officeart/2005/8/layout/hierarchy2"/>
    <dgm:cxn modelId="{26E5C98D-F4E6-40C9-AF1A-7EA1EDCEB8FF}" type="presOf" srcId="{E8F413EF-B69A-44AD-BEF5-269A53317A58}" destId="{525D2FB0-3A1B-4893-BB35-B6FD39383710}" srcOrd="0" destOrd="0" presId="urn:microsoft.com/office/officeart/2005/8/layout/hierarchy2"/>
    <dgm:cxn modelId="{66D70C8E-B664-43D1-BCB1-8999B9CB3981}" type="presOf" srcId="{24E7C279-788B-4758-8209-A553242DC8D9}" destId="{3744B4FA-EDFC-41A1-A9AF-233C48BE97B5}" srcOrd="0" destOrd="0" presId="urn:microsoft.com/office/officeart/2005/8/layout/hierarchy2"/>
    <dgm:cxn modelId="{237A18A4-6C59-4E41-BDA0-949D7E99431D}" type="presOf" srcId="{FC73A19D-8314-4219-AFCF-34D49909E5E7}" destId="{2E95151C-B502-4C41-A713-E881D229C78E}" srcOrd="0" destOrd="0" presId="urn:microsoft.com/office/officeart/2005/8/layout/hierarchy2"/>
    <dgm:cxn modelId="{BD8663BB-7C8E-4782-9C89-4FC34CA3E012}" srcId="{72C598DC-11CA-438A-B8B6-E60E37C35F7E}" destId="{24E7C279-788B-4758-8209-A553242DC8D9}" srcOrd="1" destOrd="0" parTransId="{818C07ED-BCBA-41EA-8ED5-1569C2B0460F}" sibTransId="{31C810B6-3113-477A-90A8-016C7E52E0AA}"/>
    <dgm:cxn modelId="{F99910C2-F323-4DC3-80B1-ADFC7EA1BC82}" type="presOf" srcId="{72C598DC-11CA-438A-B8B6-E60E37C35F7E}" destId="{8C438ACC-B12F-4026-93D7-A133D17E602C}" srcOrd="0" destOrd="0" presId="urn:microsoft.com/office/officeart/2005/8/layout/hierarchy2"/>
    <dgm:cxn modelId="{2B5133C3-A1DF-422F-B18D-4ACEB21E0AA6}" srcId="{E8F413EF-B69A-44AD-BEF5-269A53317A58}" destId="{72C598DC-11CA-438A-B8B6-E60E37C35F7E}" srcOrd="0" destOrd="0" parTransId="{A957853F-88FE-4066-A418-8B15330AFBB0}" sibTransId="{A2F703D2-5124-4271-8D73-94078BD159FD}"/>
    <dgm:cxn modelId="{B292D0D7-D7FE-439C-9847-95B3DE894C69}" type="presOf" srcId="{7DFC241E-6F0C-41DE-92D0-D822A9B34475}" destId="{A777825A-C574-4C37-B1D5-E417AC512871}" srcOrd="0" destOrd="0" presId="urn:microsoft.com/office/officeart/2005/8/layout/hierarchy2"/>
    <dgm:cxn modelId="{6AC2C4E7-6672-440C-AEAD-47B06B38FFB1}" srcId="{72C598DC-11CA-438A-B8B6-E60E37C35F7E}" destId="{1C2A0C06-AC04-49A4-AC08-1BC860A23151}" srcOrd="2" destOrd="0" parTransId="{DA026AA3-D0F4-4A09-AB66-0D1E4C84272B}" sibTransId="{09FCCE2B-D208-4207-B5C2-26AD5D411F34}"/>
    <dgm:cxn modelId="{77343EF5-6994-47CB-A5D7-A7516FBC1F5F}" type="presOf" srcId="{DA026AA3-D0F4-4A09-AB66-0D1E4C84272B}" destId="{61910056-D8A4-47E6-A9B6-D2C93D7424FF}" srcOrd="0" destOrd="0" presId="urn:microsoft.com/office/officeart/2005/8/layout/hierarchy2"/>
    <dgm:cxn modelId="{C31BF209-7646-4F79-89E6-487FD70B312D}" type="presParOf" srcId="{525D2FB0-3A1B-4893-BB35-B6FD39383710}" destId="{2FD0FC6C-686F-4DDE-9D08-230ED1D0F3B5}" srcOrd="0" destOrd="0" presId="urn:microsoft.com/office/officeart/2005/8/layout/hierarchy2"/>
    <dgm:cxn modelId="{1264246D-B14B-48E1-812D-00A89665BDB3}" type="presParOf" srcId="{2FD0FC6C-686F-4DDE-9D08-230ED1D0F3B5}" destId="{8C438ACC-B12F-4026-93D7-A133D17E602C}" srcOrd="0" destOrd="0" presId="urn:microsoft.com/office/officeart/2005/8/layout/hierarchy2"/>
    <dgm:cxn modelId="{631C34B2-50A8-49FF-8A0E-77C3FE5DD25D}" type="presParOf" srcId="{2FD0FC6C-686F-4DDE-9D08-230ED1D0F3B5}" destId="{1019CEE6-DAF5-463E-B827-19D17F7003E4}" srcOrd="1" destOrd="0" presId="urn:microsoft.com/office/officeart/2005/8/layout/hierarchy2"/>
    <dgm:cxn modelId="{138FBA4E-8601-42FE-8420-492FC76EBE40}" type="presParOf" srcId="{1019CEE6-DAF5-463E-B827-19D17F7003E4}" destId="{A777825A-C574-4C37-B1D5-E417AC512871}" srcOrd="0" destOrd="0" presId="urn:microsoft.com/office/officeart/2005/8/layout/hierarchy2"/>
    <dgm:cxn modelId="{B5292F48-9189-4442-AD65-C0B92E637C19}" type="presParOf" srcId="{A777825A-C574-4C37-B1D5-E417AC512871}" destId="{6BC44F74-A541-47E4-983F-522C0385CB7B}" srcOrd="0" destOrd="0" presId="urn:microsoft.com/office/officeart/2005/8/layout/hierarchy2"/>
    <dgm:cxn modelId="{C73E3C2D-B531-446D-9D31-5319A90B655A}" type="presParOf" srcId="{1019CEE6-DAF5-463E-B827-19D17F7003E4}" destId="{E8033238-093F-4B02-864B-02B6A27054BF}" srcOrd="1" destOrd="0" presId="urn:microsoft.com/office/officeart/2005/8/layout/hierarchy2"/>
    <dgm:cxn modelId="{80C0F3E1-DB4F-4116-A176-86571B7AED72}" type="presParOf" srcId="{E8033238-093F-4B02-864B-02B6A27054BF}" destId="{74AF17F8-11C5-4C4D-9889-4D709BEFA36E}" srcOrd="0" destOrd="0" presId="urn:microsoft.com/office/officeart/2005/8/layout/hierarchy2"/>
    <dgm:cxn modelId="{C6E7FA89-1647-4FBE-A5BC-B4A966E8835B}" type="presParOf" srcId="{E8033238-093F-4B02-864B-02B6A27054BF}" destId="{A8F962F6-5F05-418F-9560-3823A2E34756}" srcOrd="1" destOrd="0" presId="urn:microsoft.com/office/officeart/2005/8/layout/hierarchy2"/>
    <dgm:cxn modelId="{06E64457-1983-4440-B146-C95FC4AC9F91}" type="presParOf" srcId="{1019CEE6-DAF5-463E-B827-19D17F7003E4}" destId="{FA016B54-12CF-40F2-ACCB-DCF3A2D8940B}" srcOrd="2" destOrd="0" presId="urn:microsoft.com/office/officeart/2005/8/layout/hierarchy2"/>
    <dgm:cxn modelId="{2EAD9DE9-9C5E-40E7-9C9A-75A8E90FA986}" type="presParOf" srcId="{FA016B54-12CF-40F2-ACCB-DCF3A2D8940B}" destId="{38A5C492-A323-4C5C-B99B-21057760B5FD}" srcOrd="0" destOrd="0" presId="urn:microsoft.com/office/officeart/2005/8/layout/hierarchy2"/>
    <dgm:cxn modelId="{7388E206-0563-4649-81B7-FA895F843A91}" type="presParOf" srcId="{1019CEE6-DAF5-463E-B827-19D17F7003E4}" destId="{C8F9D96D-8988-4356-A7DB-8EDD1FF5122A}" srcOrd="3" destOrd="0" presId="urn:microsoft.com/office/officeart/2005/8/layout/hierarchy2"/>
    <dgm:cxn modelId="{FB23C7F5-96C9-40EF-916D-5E7284F4E021}" type="presParOf" srcId="{C8F9D96D-8988-4356-A7DB-8EDD1FF5122A}" destId="{3744B4FA-EDFC-41A1-A9AF-233C48BE97B5}" srcOrd="0" destOrd="0" presId="urn:microsoft.com/office/officeart/2005/8/layout/hierarchy2"/>
    <dgm:cxn modelId="{C6221911-FE57-4FC6-BDD3-9A15B088306A}" type="presParOf" srcId="{C8F9D96D-8988-4356-A7DB-8EDD1FF5122A}" destId="{08C9CE28-6DAC-42E4-BCFD-40EF75AB5A24}" srcOrd="1" destOrd="0" presId="urn:microsoft.com/office/officeart/2005/8/layout/hierarchy2"/>
    <dgm:cxn modelId="{3BEB6AFF-548A-48FD-A52D-7919ADF75ACA}" type="presParOf" srcId="{1019CEE6-DAF5-463E-B827-19D17F7003E4}" destId="{61910056-D8A4-47E6-A9B6-D2C93D7424FF}" srcOrd="4" destOrd="0" presId="urn:microsoft.com/office/officeart/2005/8/layout/hierarchy2"/>
    <dgm:cxn modelId="{8AAD1D5E-81CF-45DD-9DFF-88328A16C419}" type="presParOf" srcId="{61910056-D8A4-47E6-A9B6-D2C93D7424FF}" destId="{0CCC2B8A-3DE2-4DDB-AD50-CDEDF1639BC9}" srcOrd="0" destOrd="0" presId="urn:microsoft.com/office/officeart/2005/8/layout/hierarchy2"/>
    <dgm:cxn modelId="{B09C6F9B-D3D2-42CE-B5FF-C49DBD0F3847}" type="presParOf" srcId="{1019CEE6-DAF5-463E-B827-19D17F7003E4}" destId="{907EF1B2-C33F-4386-8BFB-538B3F946675}" srcOrd="5" destOrd="0" presId="urn:microsoft.com/office/officeart/2005/8/layout/hierarchy2"/>
    <dgm:cxn modelId="{A6B1A8F3-0135-4FAB-8A26-F3091A788766}" type="presParOf" srcId="{907EF1B2-C33F-4386-8BFB-538B3F946675}" destId="{1FEA855C-C1DE-4708-9040-6BA8817FF69B}" srcOrd="0" destOrd="0" presId="urn:microsoft.com/office/officeart/2005/8/layout/hierarchy2"/>
    <dgm:cxn modelId="{A0E77558-EC17-4899-AEF1-1B2BAE6BE94F}" type="presParOf" srcId="{907EF1B2-C33F-4386-8BFB-538B3F946675}" destId="{4C043906-14DC-4B9D-B38E-85FE31C7F15F}" srcOrd="1" destOrd="0" presId="urn:microsoft.com/office/officeart/2005/8/layout/hierarchy2"/>
    <dgm:cxn modelId="{AE25857C-4ACD-4BCA-A7F4-083E292F6601}" type="presParOf" srcId="{1019CEE6-DAF5-463E-B827-19D17F7003E4}" destId="{4A4155C0-70DD-4661-BCC8-0BF954A053BD}" srcOrd="6" destOrd="0" presId="urn:microsoft.com/office/officeart/2005/8/layout/hierarchy2"/>
    <dgm:cxn modelId="{DF1D81A8-4B7A-4228-994D-D2FAE5D9D9F7}" type="presParOf" srcId="{4A4155C0-70DD-4661-BCC8-0BF954A053BD}" destId="{14ED2E14-849E-4A92-840A-C2A450EF4B83}" srcOrd="0" destOrd="0" presId="urn:microsoft.com/office/officeart/2005/8/layout/hierarchy2"/>
    <dgm:cxn modelId="{7E595ABA-FC0A-4FC5-AA01-B2C127ACC04D}" type="presParOf" srcId="{1019CEE6-DAF5-463E-B827-19D17F7003E4}" destId="{7FAAF76E-B170-4372-BA80-0C2F3F5A2CF0}" srcOrd="7" destOrd="0" presId="urn:microsoft.com/office/officeart/2005/8/layout/hierarchy2"/>
    <dgm:cxn modelId="{8A03327C-95F1-4161-9513-1952FEE8620B}" type="presParOf" srcId="{7FAAF76E-B170-4372-BA80-0C2F3F5A2CF0}" destId="{2E95151C-B502-4C41-A713-E881D229C78E}" srcOrd="0" destOrd="0" presId="urn:microsoft.com/office/officeart/2005/8/layout/hierarchy2"/>
    <dgm:cxn modelId="{3A6E6741-3325-4E0B-8DBC-5502C0F1DBA4}" type="presParOf" srcId="{7FAAF76E-B170-4372-BA80-0C2F3F5A2CF0}" destId="{94A58028-D8C7-400E-B9FE-1DA27B22721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A76CEC-4A49-446A-81B7-FEB22EC2776D}" type="doc">
      <dgm:prSet loTypeId="urn:microsoft.com/office/officeart/2008/layout/HorizontalMultiLevelHierarchy" loCatId="hierarchy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E6D89FC3-19A5-4E45-8A94-4D03AE3A5F2C}">
      <dgm:prSet phldrT="[Text]" custT="1"/>
      <dgm:spPr/>
      <dgm:t>
        <a:bodyPr/>
        <a:lstStyle/>
        <a:p>
          <a:r>
            <a:rPr lang="en-IN" sz="1600" dirty="0"/>
            <a:t>Use of Asynchronous Operations</a:t>
          </a:r>
        </a:p>
      </dgm:t>
    </dgm:pt>
    <dgm:pt modelId="{FC728F0C-C5FA-4E9C-9A2C-802026F52466}" type="parTrans" cxnId="{938BB137-69BC-41E2-822B-96DE1424B1D8}">
      <dgm:prSet/>
      <dgm:spPr/>
      <dgm:t>
        <a:bodyPr/>
        <a:lstStyle/>
        <a:p>
          <a:endParaRPr lang="en-IN" sz="1600"/>
        </a:p>
      </dgm:t>
    </dgm:pt>
    <dgm:pt modelId="{F51FE7B1-9CAF-42FB-A819-BEF374F30EFA}" type="sibTrans" cxnId="{938BB137-69BC-41E2-822B-96DE1424B1D8}">
      <dgm:prSet/>
      <dgm:spPr/>
      <dgm:t>
        <a:bodyPr/>
        <a:lstStyle/>
        <a:p>
          <a:endParaRPr lang="en-IN" sz="1600"/>
        </a:p>
      </dgm:t>
    </dgm:pt>
    <dgm:pt modelId="{C4EEA271-3D87-4C0C-912A-3F99AFAC0669}">
      <dgm:prSet phldrT="[Text]" custT="1"/>
      <dgm:spPr/>
      <dgm:t>
        <a:bodyPr/>
        <a:lstStyle/>
        <a:p>
          <a:r>
            <a:rPr lang="en-US" sz="1600" b="0" i="0" dirty="0"/>
            <a:t>Fetching Data from API</a:t>
          </a:r>
          <a:endParaRPr lang="en-IN" sz="1600" dirty="0"/>
        </a:p>
      </dgm:t>
    </dgm:pt>
    <dgm:pt modelId="{3C7574BD-DFEF-44E8-B378-D391289AB0C5}" type="parTrans" cxnId="{93E30C64-A5D3-40F0-82EA-4FE492CCA767}">
      <dgm:prSet custT="1"/>
      <dgm:spPr/>
      <dgm:t>
        <a:bodyPr/>
        <a:lstStyle/>
        <a:p>
          <a:endParaRPr lang="en-IN" sz="1600"/>
        </a:p>
      </dgm:t>
    </dgm:pt>
    <dgm:pt modelId="{76C037FC-C43B-4CB5-9D12-A5B10064505E}" type="sibTrans" cxnId="{93E30C64-A5D3-40F0-82EA-4FE492CCA767}">
      <dgm:prSet/>
      <dgm:spPr/>
      <dgm:t>
        <a:bodyPr/>
        <a:lstStyle/>
        <a:p>
          <a:endParaRPr lang="en-IN" sz="1600"/>
        </a:p>
      </dgm:t>
    </dgm:pt>
    <dgm:pt modelId="{3DFD13A5-D89C-40C6-BC47-51E02996BD53}">
      <dgm:prSet custT="1"/>
      <dgm:spPr/>
      <dgm:t>
        <a:bodyPr/>
        <a:lstStyle/>
        <a:p>
          <a:r>
            <a:rPr lang="en-IN" sz="1600" b="0" i="0" dirty="0"/>
            <a:t>Time taking operations…</a:t>
          </a:r>
          <a:endParaRPr lang="en-IN" sz="1600" dirty="0"/>
        </a:p>
      </dgm:t>
    </dgm:pt>
    <dgm:pt modelId="{0493CE3E-B075-4418-910D-DEBE06869E35}" type="parTrans" cxnId="{70AFB806-4D6E-4188-99AE-BF9570AAA3DE}">
      <dgm:prSet custT="1"/>
      <dgm:spPr/>
      <dgm:t>
        <a:bodyPr/>
        <a:lstStyle/>
        <a:p>
          <a:endParaRPr lang="en-IN" sz="1600"/>
        </a:p>
      </dgm:t>
    </dgm:pt>
    <dgm:pt modelId="{39C1EB49-60D8-4D6F-846D-E2C48B8AB330}" type="sibTrans" cxnId="{70AFB806-4D6E-4188-99AE-BF9570AAA3DE}">
      <dgm:prSet/>
      <dgm:spPr/>
      <dgm:t>
        <a:bodyPr/>
        <a:lstStyle/>
        <a:p>
          <a:endParaRPr lang="en-IN" sz="1600"/>
        </a:p>
      </dgm:t>
    </dgm:pt>
    <dgm:pt modelId="{98638CDC-BE70-483E-A025-26870C3283CD}">
      <dgm:prSet phldrT="[Text]" custT="1"/>
      <dgm:spPr/>
      <dgm:t>
        <a:bodyPr/>
        <a:lstStyle/>
        <a:p>
          <a:r>
            <a:rPr lang="en-IN" sz="1600" b="0" i="0" dirty="0"/>
            <a:t>Downloading Files</a:t>
          </a:r>
          <a:endParaRPr lang="en-IN" sz="1600" dirty="0"/>
        </a:p>
      </dgm:t>
    </dgm:pt>
    <dgm:pt modelId="{761CAF09-2A54-4748-AB50-42A2A603C695}" type="sibTrans" cxnId="{4DC4BBEF-9F8F-42AB-9084-49BB92DC5F43}">
      <dgm:prSet/>
      <dgm:spPr/>
      <dgm:t>
        <a:bodyPr/>
        <a:lstStyle/>
        <a:p>
          <a:endParaRPr lang="en-IN" sz="1600"/>
        </a:p>
      </dgm:t>
    </dgm:pt>
    <dgm:pt modelId="{35272958-6A4F-4BD8-88CF-BF3BA51B35FF}" type="parTrans" cxnId="{4DC4BBEF-9F8F-42AB-9084-49BB92DC5F43}">
      <dgm:prSet custT="1"/>
      <dgm:spPr/>
      <dgm:t>
        <a:bodyPr/>
        <a:lstStyle/>
        <a:p>
          <a:endParaRPr lang="en-IN" sz="1600"/>
        </a:p>
      </dgm:t>
    </dgm:pt>
    <dgm:pt modelId="{29D6C8C0-6EEA-4739-A801-1A13A40A5562}">
      <dgm:prSet custT="1"/>
      <dgm:spPr/>
      <dgm:t>
        <a:bodyPr/>
        <a:lstStyle/>
        <a:p>
          <a:r>
            <a:rPr lang="en-IN" sz="1600" dirty="0"/>
            <a:t>Uploading Files</a:t>
          </a:r>
        </a:p>
      </dgm:t>
    </dgm:pt>
    <dgm:pt modelId="{71CBB593-E837-4549-AD41-CF2DB8EF9B22}" type="parTrans" cxnId="{51D07C17-A5E3-415C-AF6A-D97539FF11B2}">
      <dgm:prSet custT="1"/>
      <dgm:spPr/>
      <dgm:t>
        <a:bodyPr/>
        <a:lstStyle/>
        <a:p>
          <a:endParaRPr lang="en-IN" sz="1600"/>
        </a:p>
      </dgm:t>
    </dgm:pt>
    <dgm:pt modelId="{A0BC5908-2931-444F-8EEC-B8DCA333690C}" type="sibTrans" cxnId="{51D07C17-A5E3-415C-AF6A-D97539FF11B2}">
      <dgm:prSet/>
      <dgm:spPr/>
      <dgm:t>
        <a:bodyPr/>
        <a:lstStyle/>
        <a:p>
          <a:endParaRPr lang="en-IN" sz="1600"/>
        </a:p>
      </dgm:t>
    </dgm:pt>
    <dgm:pt modelId="{10D7DEAF-0AF1-4519-84C1-3938AB3FEE0F}">
      <dgm:prSet custT="1"/>
      <dgm:spPr/>
      <dgm:t>
        <a:bodyPr/>
        <a:lstStyle/>
        <a:p>
          <a:r>
            <a:rPr lang="en-IN" sz="1600" b="0" i="0" dirty="0"/>
            <a:t>Animations and Transitions</a:t>
          </a:r>
          <a:endParaRPr lang="en-IN" sz="1600" dirty="0"/>
        </a:p>
      </dgm:t>
    </dgm:pt>
    <dgm:pt modelId="{03088F42-DCC5-4B3F-9EA9-FB996FB1CA62}" type="parTrans" cxnId="{75D31924-AE1C-4382-9551-92A567CCF678}">
      <dgm:prSet custT="1"/>
      <dgm:spPr/>
      <dgm:t>
        <a:bodyPr/>
        <a:lstStyle/>
        <a:p>
          <a:endParaRPr lang="en-IN" sz="1600"/>
        </a:p>
      </dgm:t>
    </dgm:pt>
    <dgm:pt modelId="{A5277A9E-CD70-4126-9C2B-87034DC46DCD}" type="sibTrans" cxnId="{75D31924-AE1C-4382-9551-92A567CCF678}">
      <dgm:prSet/>
      <dgm:spPr/>
      <dgm:t>
        <a:bodyPr/>
        <a:lstStyle/>
        <a:p>
          <a:endParaRPr lang="en-IN" sz="1600"/>
        </a:p>
      </dgm:t>
    </dgm:pt>
    <dgm:pt modelId="{F076136A-6BFE-4D54-81CC-F089A130346A}" type="pres">
      <dgm:prSet presAssocID="{2AA76CEC-4A49-446A-81B7-FEB22EC2776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61BCBBD-5A52-4946-8037-01A95694A354}" type="pres">
      <dgm:prSet presAssocID="{E6D89FC3-19A5-4E45-8A94-4D03AE3A5F2C}" presName="root1" presStyleCnt="0"/>
      <dgm:spPr/>
    </dgm:pt>
    <dgm:pt modelId="{3B93F02A-B45C-477D-83A7-403F7366C79A}" type="pres">
      <dgm:prSet presAssocID="{E6D89FC3-19A5-4E45-8A94-4D03AE3A5F2C}" presName="LevelOneTextNode" presStyleLbl="node0" presStyleIdx="0" presStyleCnt="1" custAng="5400000" custScaleX="205774" custScaleY="42852" custLinFactNeighborX="-83088" custLinFactNeighborY="52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688B31E3-DA45-443F-AFB8-EBB1C7924857}" type="pres">
      <dgm:prSet presAssocID="{E6D89FC3-19A5-4E45-8A94-4D03AE3A5F2C}" presName="level2hierChild" presStyleCnt="0"/>
      <dgm:spPr/>
    </dgm:pt>
    <dgm:pt modelId="{EA45F4CD-CC90-417E-9FB0-15C4BD4D3F8B}" type="pres">
      <dgm:prSet presAssocID="{3C7574BD-DFEF-44E8-B378-D391289AB0C5}" presName="conn2-1" presStyleLbl="parChTrans1D2" presStyleIdx="0" presStyleCnt="5"/>
      <dgm:spPr/>
    </dgm:pt>
    <dgm:pt modelId="{F8CE198F-BCBD-4BA4-823B-DA141E37C1A1}" type="pres">
      <dgm:prSet presAssocID="{3C7574BD-DFEF-44E8-B378-D391289AB0C5}" presName="connTx" presStyleLbl="parChTrans1D2" presStyleIdx="0" presStyleCnt="5"/>
      <dgm:spPr/>
    </dgm:pt>
    <dgm:pt modelId="{6DD8A373-BDA7-4DB2-BE18-083E79409FF5}" type="pres">
      <dgm:prSet presAssocID="{C4EEA271-3D87-4C0C-912A-3F99AFAC0669}" presName="root2" presStyleCnt="0"/>
      <dgm:spPr/>
    </dgm:pt>
    <dgm:pt modelId="{0A9FA974-94DE-468C-BFD1-EC004E2CB79A}" type="pres">
      <dgm:prSet presAssocID="{C4EEA271-3D87-4C0C-912A-3F99AFAC0669}" presName="LevelTwoTextNode" presStyleLbl="node2" presStyleIdx="0" presStyleCnt="5" custScaleY="7099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7FACD29C-5513-4326-BA93-65B17CE55E5B}" type="pres">
      <dgm:prSet presAssocID="{C4EEA271-3D87-4C0C-912A-3F99AFAC0669}" presName="level3hierChild" presStyleCnt="0"/>
      <dgm:spPr/>
    </dgm:pt>
    <dgm:pt modelId="{D21607C4-3B7A-4DE4-8B5E-84614A63E215}" type="pres">
      <dgm:prSet presAssocID="{35272958-6A4F-4BD8-88CF-BF3BA51B35FF}" presName="conn2-1" presStyleLbl="parChTrans1D2" presStyleIdx="1" presStyleCnt="5"/>
      <dgm:spPr/>
    </dgm:pt>
    <dgm:pt modelId="{C514C880-B6E2-45CA-A78C-8A585B0FD5B6}" type="pres">
      <dgm:prSet presAssocID="{35272958-6A4F-4BD8-88CF-BF3BA51B35FF}" presName="connTx" presStyleLbl="parChTrans1D2" presStyleIdx="1" presStyleCnt="5"/>
      <dgm:spPr/>
    </dgm:pt>
    <dgm:pt modelId="{345CE2AE-985E-4793-9215-F5C67723A44E}" type="pres">
      <dgm:prSet presAssocID="{98638CDC-BE70-483E-A025-26870C3283CD}" presName="root2" presStyleCnt="0"/>
      <dgm:spPr/>
    </dgm:pt>
    <dgm:pt modelId="{8F43953D-B915-49FF-93DB-A7251CE13CB3}" type="pres">
      <dgm:prSet presAssocID="{98638CDC-BE70-483E-A025-26870C3283CD}" presName="LevelTwoTextNode" presStyleLbl="node2" presStyleIdx="1" presStyleCnt="5" custScaleY="70992" custLinFactNeighborX="608" custLinFactNeighborY="8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CBBA7E82-C203-40B3-A23D-C1CE226B47DF}" type="pres">
      <dgm:prSet presAssocID="{98638CDC-BE70-483E-A025-26870C3283CD}" presName="level3hierChild" presStyleCnt="0"/>
      <dgm:spPr/>
    </dgm:pt>
    <dgm:pt modelId="{1A4A4B51-F962-4272-8CAC-B20EC58104F3}" type="pres">
      <dgm:prSet presAssocID="{71CBB593-E837-4549-AD41-CF2DB8EF9B22}" presName="conn2-1" presStyleLbl="parChTrans1D2" presStyleIdx="2" presStyleCnt="5"/>
      <dgm:spPr/>
    </dgm:pt>
    <dgm:pt modelId="{7B642622-A489-44D0-83E4-B3ACB334CCAA}" type="pres">
      <dgm:prSet presAssocID="{71CBB593-E837-4549-AD41-CF2DB8EF9B22}" presName="connTx" presStyleLbl="parChTrans1D2" presStyleIdx="2" presStyleCnt="5"/>
      <dgm:spPr/>
    </dgm:pt>
    <dgm:pt modelId="{21BBDB35-BB95-465F-909C-E8136DF3F733}" type="pres">
      <dgm:prSet presAssocID="{29D6C8C0-6EEA-4739-A801-1A13A40A5562}" presName="root2" presStyleCnt="0"/>
      <dgm:spPr/>
    </dgm:pt>
    <dgm:pt modelId="{E2187389-56AC-426A-8E8A-A29C1C8018A5}" type="pres">
      <dgm:prSet presAssocID="{29D6C8C0-6EEA-4739-A801-1A13A40A5562}" presName="LevelTwoTextNode" presStyleLbl="node2" presStyleIdx="2" presStyleCnt="5" custScaleY="7099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3E1E518A-4126-4D21-9749-3F8016E5C017}" type="pres">
      <dgm:prSet presAssocID="{29D6C8C0-6EEA-4739-A801-1A13A40A5562}" presName="level3hierChild" presStyleCnt="0"/>
      <dgm:spPr/>
    </dgm:pt>
    <dgm:pt modelId="{C346E769-68C7-4F6D-9B46-9A8A0A180E58}" type="pres">
      <dgm:prSet presAssocID="{03088F42-DCC5-4B3F-9EA9-FB996FB1CA62}" presName="conn2-1" presStyleLbl="parChTrans1D2" presStyleIdx="3" presStyleCnt="5"/>
      <dgm:spPr/>
    </dgm:pt>
    <dgm:pt modelId="{5BCBC450-750E-4D8D-8D3F-5684D57FE26E}" type="pres">
      <dgm:prSet presAssocID="{03088F42-DCC5-4B3F-9EA9-FB996FB1CA62}" presName="connTx" presStyleLbl="parChTrans1D2" presStyleIdx="3" presStyleCnt="5"/>
      <dgm:spPr/>
    </dgm:pt>
    <dgm:pt modelId="{AF8BAA67-CA99-4864-B246-2639D108E8A3}" type="pres">
      <dgm:prSet presAssocID="{10D7DEAF-0AF1-4519-84C1-3938AB3FEE0F}" presName="root2" presStyleCnt="0"/>
      <dgm:spPr/>
    </dgm:pt>
    <dgm:pt modelId="{DA358CE7-B212-4B65-A113-E7274938D296}" type="pres">
      <dgm:prSet presAssocID="{10D7DEAF-0AF1-4519-84C1-3938AB3FEE0F}" presName="LevelTwoTextNode" presStyleLbl="node2" presStyleIdx="3" presStyleCnt="5" custScaleY="70992">
        <dgm:presLayoutVars>
          <dgm:chPref val="3"/>
        </dgm:presLayoutVars>
      </dgm:prSet>
      <dgm:spPr>
        <a:prstGeom prst="roundRect">
          <a:avLst/>
        </a:prstGeom>
      </dgm:spPr>
    </dgm:pt>
    <dgm:pt modelId="{EC128339-1D09-46A1-9D04-563024DAA211}" type="pres">
      <dgm:prSet presAssocID="{10D7DEAF-0AF1-4519-84C1-3938AB3FEE0F}" presName="level3hierChild" presStyleCnt="0"/>
      <dgm:spPr/>
    </dgm:pt>
    <dgm:pt modelId="{6D45101C-E40F-416B-BE08-CE09BEB812F7}" type="pres">
      <dgm:prSet presAssocID="{0493CE3E-B075-4418-910D-DEBE06869E35}" presName="conn2-1" presStyleLbl="parChTrans1D2" presStyleIdx="4" presStyleCnt="5"/>
      <dgm:spPr/>
    </dgm:pt>
    <dgm:pt modelId="{3CA6B050-46EA-452C-B4CC-12ED12461278}" type="pres">
      <dgm:prSet presAssocID="{0493CE3E-B075-4418-910D-DEBE06869E35}" presName="connTx" presStyleLbl="parChTrans1D2" presStyleIdx="4" presStyleCnt="5"/>
      <dgm:spPr/>
    </dgm:pt>
    <dgm:pt modelId="{E453DE94-F361-4A3C-9864-7E6DDA06F172}" type="pres">
      <dgm:prSet presAssocID="{3DFD13A5-D89C-40C6-BC47-51E02996BD53}" presName="root2" presStyleCnt="0"/>
      <dgm:spPr/>
    </dgm:pt>
    <dgm:pt modelId="{7C275F53-A860-46C3-9920-B327785BEC7F}" type="pres">
      <dgm:prSet presAssocID="{3DFD13A5-D89C-40C6-BC47-51E02996BD53}" presName="LevelTwoTextNode" presStyleLbl="node2" presStyleIdx="4" presStyleCnt="5" custScaleY="70992" custLinFactNeighborX="608" custLinFactNeighborY="82">
        <dgm:presLayoutVars>
          <dgm:chPref val="3"/>
        </dgm:presLayoutVars>
      </dgm:prSet>
      <dgm:spPr>
        <a:prstGeom prst="flowChartAlternateProcess">
          <a:avLst/>
        </a:prstGeom>
      </dgm:spPr>
    </dgm:pt>
    <dgm:pt modelId="{1FEC7BE9-A3EE-46A7-BC87-33EA10B91260}" type="pres">
      <dgm:prSet presAssocID="{3DFD13A5-D89C-40C6-BC47-51E02996BD53}" presName="level3hierChild" presStyleCnt="0"/>
      <dgm:spPr/>
    </dgm:pt>
  </dgm:ptLst>
  <dgm:cxnLst>
    <dgm:cxn modelId="{21851604-5C24-41C7-B309-3952101A2634}" type="presOf" srcId="{03088F42-DCC5-4B3F-9EA9-FB996FB1CA62}" destId="{5BCBC450-750E-4D8D-8D3F-5684D57FE26E}" srcOrd="1" destOrd="0" presId="urn:microsoft.com/office/officeart/2008/layout/HorizontalMultiLevelHierarchy"/>
    <dgm:cxn modelId="{70AFB806-4D6E-4188-99AE-BF9570AAA3DE}" srcId="{E6D89FC3-19A5-4E45-8A94-4D03AE3A5F2C}" destId="{3DFD13A5-D89C-40C6-BC47-51E02996BD53}" srcOrd="4" destOrd="0" parTransId="{0493CE3E-B075-4418-910D-DEBE06869E35}" sibTransId="{39C1EB49-60D8-4D6F-846D-E2C48B8AB330}"/>
    <dgm:cxn modelId="{51D07C17-A5E3-415C-AF6A-D97539FF11B2}" srcId="{E6D89FC3-19A5-4E45-8A94-4D03AE3A5F2C}" destId="{29D6C8C0-6EEA-4739-A801-1A13A40A5562}" srcOrd="2" destOrd="0" parTransId="{71CBB593-E837-4549-AD41-CF2DB8EF9B22}" sibTransId="{A0BC5908-2931-444F-8EEC-B8DCA333690C}"/>
    <dgm:cxn modelId="{75D31924-AE1C-4382-9551-92A567CCF678}" srcId="{E6D89FC3-19A5-4E45-8A94-4D03AE3A5F2C}" destId="{10D7DEAF-0AF1-4519-84C1-3938AB3FEE0F}" srcOrd="3" destOrd="0" parTransId="{03088F42-DCC5-4B3F-9EA9-FB996FB1CA62}" sibTransId="{A5277A9E-CD70-4126-9C2B-87034DC46DCD}"/>
    <dgm:cxn modelId="{83F44A24-A568-493E-9E62-7529BE7235EB}" type="presOf" srcId="{3DFD13A5-D89C-40C6-BC47-51E02996BD53}" destId="{7C275F53-A860-46C3-9920-B327785BEC7F}" srcOrd="0" destOrd="0" presId="urn:microsoft.com/office/officeart/2008/layout/HorizontalMultiLevelHierarchy"/>
    <dgm:cxn modelId="{67589133-9567-45DB-914C-BC586A401D46}" type="presOf" srcId="{71CBB593-E837-4549-AD41-CF2DB8EF9B22}" destId="{7B642622-A489-44D0-83E4-B3ACB334CCAA}" srcOrd="1" destOrd="0" presId="urn:microsoft.com/office/officeart/2008/layout/HorizontalMultiLevelHierarchy"/>
    <dgm:cxn modelId="{938BB137-69BC-41E2-822B-96DE1424B1D8}" srcId="{2AA76CEC-4A49-446A-81B7-FEB22EC2776D}" destId="{E6D89FC3-19A5-4E45-8A94-4D03AE3A5F2C}" srcOrd="0" destOrd="0" parTransId="{FC728F0C-C5FA-4E9C-9A2C-802026F52466}" sibTransId="{F51FE7B1-9CAF-42FB-A819-BEF374F30EFA}"/>
    <dgm:cxn modelId="{93E30C64-A5D3-40F0-82EA-4FE492CCA767}" srcId="{E6D89FC3-19A5-4E45-8A94-4D03AE3A5F2C}" destId="{C4EEA271-3D87-4C0C-912A-3F99AFAC0669}" srcOrd="0" destOrd="0" parTransId="{3C7574BD-DFEF-44E8-B378-D391289AB0C5}" sibTransId="{76C037FC-C43B-4CB5-9D12-A5B10064505E}"/>
    <dgm:cxn modelId="{72DAE865-AF0B-433D-877F-7238F841594C}" type="presOf" srcId="{35272958-6A4F-4BD8-88CF-BF3BA51B35FF}" destId="{C514C880-B6E2-45CA-A78C-8A585B0FD5B6}" srcOrd="1" destOrd="0" presId="urn:microsoft.com/office/officeart/2008/layout/HorizontalMultiLevelHierarchy"/>
    <dgm:cxn modelId="{BE684A6A-0B5A-4E57-80D8-FECD07C038F0}" type="presOf" srcId="{03088F42-DCC5-4B3F-9EA9-FB996FB1CA62}" destId="{C346E769-68C7-4F6D-9B46-9A8A0A180E58}" srcOrd="0" destOrd="0" presId="urn:microsoft.com/office/officeart/2008/layout/HorizontalMultiLevelHierarchy"/>
    <dgm:cxn modelId="{C309B271-B153-46AB-B365-FA4C8FB408C4}" type="presOf" srcId="{10D7DEAF-0AF1-4519-84C1-3938AB3FEE0F}" destId="{DA358CE7-B212-4B65-A113-E7274938D296}" srcOrd="0" destOrd="0" presId="urn:microsoft.com/office/officeart/2008/layout/HorizontalMultiLevelHierarchy"/>
    <dgm:cxn modelId="{C220E858-28F8-4CF0-A4C7-43D8CE98D8A2}" type="presOf" srcId="{3C7574BD-DFEF-44E8-B378-D391289AB0C5}" destId="{F8CE198F-BCBD-4BA4-823B-DA141E37C1A1}" srcOrd="1" destOrd="0" presId="urn:microsoft.com/office/officeart/2008/layout/HorizontalMultiLevelHierarchy"/>
    <dgm:cxn modelId="{81124184-F453-42D0-9978-6D14069DA27D}" type="presOf" srcId="{3C7574BD-DFEF-44E8-B378-D391289AB0C5}" destId="{EA45F4CD-CC90-417E-9FB0-15C4BD4D3F8B}" srcOrd="0" destOrd="0" presId="urn:microsoft.com/office/officeart/2008/layout/HorizontalMultiLevelHierarchy"/>
    <dgm:cxn modelId="{0C424C8B-5BD4-4B00-9C71-33C535668152}" type="presOf" srcId="{98638CDC-BE70-483E-A025-26870C3283CD}" destId="{8F43953D-B915-49FF-93DB-A7251CE13CB3}" srcOrd="0" destOrd="0" presId="urn:microsoft.com/office/officeart/2008/layout/HorizontalMultiLevelHierarchy"/>
    <dgm:cxn modelId="{755D0393-CA67-4091-8633-C957841BCEBC}" type="presOf" srcId="{0493CE3E-B075-4418-910D-DEBE06869E35}" destId="{3CA6B050-46EA-452C-B4CC-12ED12461278}" srcOrd="1" destOrd="0" presId="urn:microsoft.com/office/officeart/2008/layout/HorizontalMultiLevelHierarchy"/>
    <dgm:cxn modelId="{CE854CA6-4234-4B2D-8A2F-496166795B2B}" type="presOf" srcId="{0493CE3E-B075-4418-910D-DEBE06869E35}" destId="{6D45101C-E40F-416B-BE08-CE09BEB812F7}" srcOrd="0" destOrd="0" presId="urn:microsoft.com/office/officeart/2008/layout/HorizontalMultiLevelHierarchy"/>
    <dgm:cxn modelId="{0FE701AA-1885-4EBD-928A-9D2A79CB6344}" type="presOf" srcId="{E6D89FC3-19A5-4E45-8A94-4D03AE3A5F2C}" destId="{3B93F02A-B45C-477D-83A7-403F7366C79A}" srcOrd="0" destOrd="0" presId="urn:microsoft.com/office/officeart/2008/layout/HorizontalMultiLevelHierarchy"/>
    <dgm:cxn modelId="{A3278EC2-BA7A-4354-A5F9-DBC45F1ED45B}" type="presOf" srcId="{71CBB593-E837-4549-AD41-CF2DB8EF9B22}" destId="{1A4A4B51-F962-4272-8CAC-B20EC58104F3}" srcOrd="0" destOrd="0" presId="urn:microsoft.com/office/officeart/2008/layout/HorizontalMultiLevelHierarchy"/>
    <dgm:cxn modelId="{9B4E2FCD-AA55-4CD6-A25B-CE75DBC5F1F5}" type="presOf" srcId="{2AA76CEC-4A49-446A-81B7-FEB22EC2776D}" destId="{F076136A-6BFE-4D54-81CC-F089A130346A}" srcOrd="0" destOrd="0" presId="urn:microsoft.com/office/officeart/2008/layout/HorizontalMultiLevelHierarchy"/>
    <dgm:cxn modelId="{FCE401DF-5AE9-4EF8-9EC1-2CA14EEAD46A}" type="presOf" srcId="{C4EEA271-3D87-4C0C-912A-3F99AFAC0669}" destId="{0A9FA974-94DE-468C-BFD1-EC004E2CB79A}" srcOrd="0" destOrd="0" presId="urn:microsoft.com/office/officeart/2008/layout/HorizontalMultiLevelHierarchy"/>
    <dgm:cxn modelId="{B4D47FE6-2389-411F-9B5F-F0E67176EE92}" type="presOf" srcId="{29D6C8C0-6EEA-4739-A801-1A13A40A5562}" destId="{E2187389-56AC-426A-8E8A-A29C1C8018A5}" srcOrd="0" destOrd="0" presId="urn:microsoft.com/office/officeart/2008/layout/HorizontalMultiLevelHierarchy"/>
    <dgm:cxn modelId="{4DC4BBEF-9F8F-42AB-9084-49BB92DC5F43}" srcId="{E6D89FC3-19A5-4E45-8A94-4D03AE3A5F2C}" destId="{98638CDC-BE70-483E-A025-26870C3283CD}" srcOrd="1" destOrd="0" parTransId="{35272958-6A4F-4BD8-88CF-BF3BA51B35FF}" sibTransId="{761CAF09-2A54-4748-AB50-42A2A603C695}"/>
    <dgm:cxn modelId="{626C0DFE-ADE8-44CC-8A51-DE69DEF1A42C}" type="presOf" srcId="{35272958-6A4F-4BD8-88CF-BF3BA51B35FF}" destId="{D21607C4-3B7A-4DE4-8B5E-84614A63E215}" srcOrd="0" destOrd="0" presId="urn:microsoft.com/office/officeart/2008/layout/HorizontalMultiLevelHierarchy"/>
    <dgm:cxn modelId="{460AE0C6-0DE6-4F56-A1DA-CBA22AF8B2FC}" type="presParOf" srcId="{F076136A-6BFE-4D54-81CC-F089A130346A}" destId="{361BCBBD-5A52-4946-8037-01A95694A354}" srcOrd="0" destOrd="0" presId="urn:microsoft.com/office/officeart/2008/layout/HorizontalMultiLevelHierarchy"/>
    <dgm:cxn modelId="{F78E058C-9883-404F-B437-B1CD12BC24CC}" type="presParOf" srcId="{361BCBBD-5A52-4946-8037-01A95694A354}" destId="{3B93F02A-B45C-477D-83A7-403F7366C79A}" srcOrd="0" destOrd="0" presId="urn:microsoft.com/office/officeart/2008/layout/HorizontalMultiLevelHierarchy"/>
    <dgm:cxn modelId="{0CE78EE4-8BDD-4306-8F9F-D37DA1D34BBA}" type="presParOf" srcId="{361BCBBD-5A52-4946-8037-01A95694A354}" destId="{688B31E3-DA45-443F-AFB8-EBB1C7924857}" srcOrd="1" destOrd="0" presId="urn:microsoft.com/office/officeart/2008/layout/HorizontalMultiLevelHierarchy"/>
    <dgm:cxn modelId="{3B232C95-D68B-4932-A4B4-881B343CBCD0}" type="presParOf" srcId="{688B31E3-DA45-443F-AFB8-EBB1C7924857}" destId="{EA45F4CD-CC90-417E-9FB0-15C4BD4D3F8B}" srcOrd="0" destOrd="0" presId="urn:microsoft.com/office/officeart/2008/layout/HorizontalMultiLevelHierarchy"/>
    <dgm:cxn modelId="{631EB132-7136-45D8-9F01-53239AB24B59}" type="presParOf" srcId="{EA45F4CD-CC90-417E-9FB0-15C4BD4D3F8B}" destId="{F8CE198F-BCBD-4BA4-823B-DA141E37C1A1}" srcOrd="0" destOrd="0" presId="urn:microsoft.com/office/officeart/2008/layout/HorizontalMultiLevelHierarchy"/>
    <dgm:cxn modelId="{D01FEA10-160D-4316-AEA4-BE3809E67CA7}" type="presParOf" srcId="{688B31E3-DA45-443F-AFB8-EBB1C7924857}" destId="{6DD8A373-BDA7-4DB2-BE18-083E79409FF5}" srcOrd="1" destOrd="0" presId="urn:microsoft.com/office/officeart/2008/layout/HorizontalMultiLevelHierarchy"/>
    <dgm:cxn modelId="{B438C8A0-E24A-4207-962E-9A21A5DC3C7A}" type="presParOf" srcId="{6DD8A373-BDA7-4DB2-BE18-083E79409FF5}" destId="{0A9FA974-94DE-468C-BFD1-EC004E2CB79A}" srcOrd="0" destOrd="0" presId="urn:microsoft.com/office/officeart/2008/layout/HorizontalMultiLevelHierarchy"/>
    <dgm:cxn modelId="{8A922745-1485-4719-9FE5-B9DAC41567ED}" type="presParOf" srcId="{6DD8A373-BDA7-4DB2-BE18-083E79409FF5}" destId="{7FACD29C-5513-4326-BA93-65B17CE55E5B}" srcOrd="1" destOrd="0" presId="urn:microsoft.com/office/officeart/2008/layout/HorizontalMultiLevelHierarchy"/>
    <dgm:cxn modelId="{CDDBC67D-8858-4DA4-A11F-4418F2BA69FC}" type="presParOf" srcId="{688B31E3-DA45-443F-AFB8-EBB1C7924857}" destId="{D21607C4-3B7A-4DE4-8B5E-84614A63E215}" srcOrd="2" destOrd="0" presId="urn:microsoft.com/office/officeart/2008/layout/HorizontalMultiLevelHierarchy"/>
    <dgm:cxn modelId="{7C363D2D-979D-4D41-90DE-D6238C47BA28}" type="presParOf" srcId="{D21607C4-3B7A-4DE4-8B5E-84614A63E215}" destId="{C514C880-B6E2-45CA-A78C-8A585B0FD5B6}" srcOrd="0" destOrd="0" presId="urn:microsoft.com/office/officeart/2008/layout/HorizontalMultiLevelHierarchy"/>
    <dgm:cxn modelId="{678C3CF4-D41B-481D-8EB6-E76E176AA7DC}" type="presParOf" srcId="{688B31E3-DA45-443F-AFB8-EBB1C7924857}" destId="{345CE2AE-985E-4793-9215-F5C67723A44E}" srcOrd="3" destOrd="0" presId="urn:microsoft.com/office/officeart/2008/layout/HorizontalMultiLevelHierarchy"/>
    <dgm:cxn modelId="{DF5E1E33-23A9-46CE-9AFC-E93E522C55ED}" type="presParOf" srcId="{345CE2AE-985E-4793-9215-F5C67723A44E}" destId="{8F43953D-B915-49FF-93DB-A7251CE13CB3}" srcOrd="0" destOrd="0" presId="urn:microsoft.com/office/officeart/2008/layout/HorizontalMultiLevelHierarchy"/>
    <dgm:cxn modelId="{44D072B0-416F-4624-A6FF-6546D902F65E}" type="presParOf" srcId="{345CE2AE-985E-4793-9215-F5C67723A44E}" destId="{CBBA7E82-C203-40B3-A23D-C1CE226B47DF}" srcOrd="1" destOrd="0" presId="urn:microsoft.com/office/officeart/2008/layout/HorizontalMultiLevelHierarchy"/>
    <dgm:cxn modelId="{18C03B00-ADEE-4CA7-A9D8-93249E963146}" type="presParOf" srcId="{688B31E3-DA45-443F-AFB8-EBB1C7924857}" destId="{1A4A4B51-F962-4272-8CAC-B20EC58104F3}" srcOrd="4" destOrd="0" presId="urn:microsoft.com/office/officeart/2008/layout/HorizontalMultiLevelHierarchy"/>
    <dgm:cxn modelId="{BB2F5412-2388-4133-B71A-02AEE7BF57BF}" type="presParOf" srcId="{1A4A4B51-F962-4272-8CAC-B20EC58104F3}" destId="{7B642622-A489-44D0-83E4-B3ACB334CCAA}" srcOrd="0" destOrd="0" presId="urn:microsoft.com/office/officeart/2008/layout/HorizontalMultiLevelHierarchy"/>
    <dgm:cxn modelId="{4A53EA77-50A9-430F-B4E5-36F17D403C3C}" type="presParOf" srcId="{688B31E3-DA45-443F-AFB8-EBB1C7924857}" destId="{21BBDB35-BB95-465F-909C-E8136DF3F733}" srcOrd="5" destOrd="0" presId="urn:microsoft.com/office/officeart/2008/layout/HorizontalMultiLevelHierarchy"/>
    <dgm:cxn modelId="{95C8F9D7-E900-4676-9EBD-6730E4CA2D36}" type="presParOf" srcId="{21BBDB35-BB95-465F-909C-E8136DF3F733}" destId="{E2187389-56AC-426A-8E8A-A29C1C8018A5}" srcOrd="0" destOrd="0" presId="urn:microsoft.com/office/officeart/2008/layout/HorizontalMultiLevelHierarchy"/>
    <dgm:cxn modelId="{4D909DFE-A269-4FFE-98C5-D46C7747AD5B}" type="presParOf" srcId="{21BBDB35-BB95-465F-909C-E8136DF3F733}" destId="{3E1E518A-4126-4D21-9749-3F8016E5C017}" srcOrd="1" destOrd="0" presId="urn:microsoft.com/office/officeart/2008/layout/HorizontalMultiLevelHierarchy"/>
    <dgm:cxn modelId="{93D93C69-B747-4668-BAE4-880854E5BEA2}" type="presParOf" srcId="{688B31E3-DA45-443F-AFB8-EBB1C7924857}" destId="{C346E769-68C7-4F6D-9B46-9A8A0A180E58}" srcOrd="6" destOrd="0" presId="urn:microsoft.com/office/officeart/2008/layout/HorizontalMultiLevelHierarchy"/>
    <dgm:cxn modelId="{B7E1E444-C1EC-4AD7-A555-5CADB7CD42B8}" type="presParOf" srcId="{C346E769-68C7-4F6D-9B46-9A8A0A180E58}" destId="{5BCBC450-750E-4D8D-8D3F-5684D57FE26E}" srcOrd="0" destOrd="0" presId="urn:microsoft.com/office/officeart/2008/layout/HorizontalMultiLevelHierarchy"/>
    <dgm:cxn modelId="{30C1F3A8-7FC7-42DC-A296-9120A5594E2B}" type="presParOf" srcId="{688B31E3-DA45-443F-AFB8-EBB1C7924857}" destId="{AF8BAA67-CA99-4864-B246-2639D108E8A3}" srcOrd="7" destOrd="0" presId="urn:microsoft.com/office/officeart/2008/layout/HorizontalMultiLevelHierarchy"/>
    <dgm:cxn modelId="{54A8C083-543C-4D09-87FF-6BA77965B4D6}" type="presParOf" srcId="{AF8BAA67-CA99-4864-B246-2639D108E8A3}" destId="{DA358CE7-B212-4B65-A113-E7274938D296}" srcOrd="0" destOrd="0" presId="urn:microsoft.com/office/officeart/2008/layout/HorizontalMultiLevelHierarchy"/>
    <dgm:cxn modelId="{51454E0D-4A28-422F-94B7-44702E7CD427}" type="presParOf" srcId="{AF8BAA67-CA99-4864-B246-2639D108E8A3}" destId="{EC128339-1D09-46A1-9D04-563024DAA211}" srcOrd="1" destOrd="0" presId="urn:microsoft.com/office/officeart/2008/layout/HorizontalMultiLevelHierarchy"/>
    <dgm:cxn modelId="{C191CE57-BBF5-4D1D-8436-5F2E08523525}" type="presParOf" srcId="{688B31E3-DA45-443F-AFB8-EBB1C7924857}" destId="{6D45101C-E40F-416B-BE08-CE09BEB812F7}" srcOrd="8" destOrd="0" presId="urn:microsoft.com/office/officeart/2008/layout/HorizontalMultiLevelHierarchy"/>
    <dgm:cxn modelId="{4B4D0993-2B71-4F2D-ABE9-5B41B9722DEF}" type="presParOf" srcId="{6D45101C-E40F-416B-BE08-CE09BEB812F7}" destId="{3CA6B050-46EA-452C-B4CC-12ED12461278}" srcOrd="0" destOrd="0" presId="urn:microsoft.com/office/officeart/2008/layout/HorizontalMultiLevelHierarchy"/>
    <dgm:cxn modelId="{104D2E8C-1EC8-49E4-B7F4-48A662B015AD}" type="presParOf" srcId="{688B31E3-DA45-443F-AFB8-EBB1C7924857}" destId="{E453DE94-F361-4A3C-9864-7E6DDA06F172}" srcOrd="9" destOrd="0" presId="urn:microsoft.com/office/officeart/2008/layout/HorizontalMultiLevelHierarchy"/>
    <dgm:cxn modelId="{9ED3722C-66CC-427B-BA11-E147D4CCA747}" type="presParOf" srcId="{E453DE94-F361-4A3C-9864-7E6DDA06F172}" destId="{7C275F53-A860-46C3-9920-B327785BEC7F}" srcOrd="0" destOrd="0" presId="urn:microsoft.com/office/officeart/2008/layout/HorizontalMultiLevelHierarchy"/>
    <dgm:cxn modelId="{AD340F3A-2C94-4216-8D12-0228F8F2BEAC}" type="presParOf" srcId="{E453DE94-F361-4A3C-9864-7E6DDA06F172}" destId="{1FEC7BE9-A3EE-46A7-BC87-33EA10B91260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D5D201-E8F6-473C-A83D-BE46D458BE8F}">
      <dsp:nvSpPr>
        <dsp:cNvPr id="0" name=""/>
        <dsp:cNvSpPr/>
      </dsp:nvSpPr>
      <dsp:spPr>
        <a:xfrm>
          <a:off x="5311680" y="704285"/>
          <a:ext cx="3783518" cy="433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817"/>
              </a:lnTo>
              <a:lnTo>
                <a:pt x="3783518" y="168817"/>
              </a:lnTo>
              <a:lnTo>
                <a:pt x="3783518" y="43399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32985A-2B98-498B-A902-32A404481411}">
      <dsp:nvSpPr>
        <dsp:cNvPr id="0" name=""/>
        <dsp:cNvSpPr/>
      </dsp:nvSpPr>
      <dsp:spPr>
        <a:xfrm>
          <a:off x="5262222" y="704285"/>
          <a:ext cx="91440" cy="428592"/>
        </a:xfrm>
        <a:custGeom>
          <a:avLst/>
          <a:gdLst/>
          <a:ahLst/>
          <a:cxnLst/>
          <a:rect l="0" t="0" r="0" b="0"/>
          <a:pathLst>
            <a:path>
              <a:moveTo>
                <a:pt x="49457" y="0"/>
              </a:moveTo>
              <a:lnTo>
                <a:pt x="49457" y="163413"/>
              </a:lnTo>
              <a:lnTo>
                <a:pt x="45720" y="163413"/>
              </a:lnTo>
              <a:lnTo>
                <a:pt x="45720" y="42859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5AC527-DE4C-4829-9E68-252499F14E37}">
      <dsp:nvSpPr>
        <dsp:cNvPr id="0" name=""/>
        <dsp:cNvSpPr/>
      </dsp:nvSpPr>
      <dsp:spPr>
        <a:xfrm>
          <a:off x="1626050" y="704285"/>
          <a:ext cx="3685629" cy="428592"/>
        </a:xfrm>
        <a:custGeom>
          <a:avLst/>
          <a:gdLst/>
          <a:ahLst/>
          <a:cxnLst/>
          <a:rect l="0" t="0" r="0" b="0"/>
          <a:pathLst>
            <a:path>
              <a:moveTo>
                <a:pt x="3685629" y="0"/>
              </a:moveTo>
              <a:lnTo>
                <a:pt x="3685629" y="163413"/>
              </a:lnTo>
              <a:lnTo>
                <a:pt x="0" y="163413"/>
              </a:lnTo>
              <a:lnTo>
                <a:pt x="0" y="42859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2D1F1-4909-4F27-9591-DCD2B0BFC988}">
      <dsp:nvSpPr>
        <dsp:cNvPr id="0" name=""/>
        <dsp:cNvSpPr/>
      </dsp:nvSpPr>
      <dsp:spPr>
        <a:xfrm>
          <a:off x="2396216" y="203248"/>
          <a:ext cx="5830927" cy="501036"/>
        </a:xfrm>
        <a:prstGeom prst="flowChartAlternateProcess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Types of condition statements</a:t>
          </a:r>
          <a:endParaRPr lang="en-IN" sz="1800" kern="1200" dirty="0"/>
        </a:p>
      </dsp:txBody>
      <dsp:txXfrm>
        <a:off x="2420674" y="227706"/>
        <a:ext cx="5782011" cy="452120"/>
      </dsp:txXfrm>
    </dsp:sp>
    <dsp:sp modelId="{6FFC54F3-9402-463F-97DF-67251DD0B1F5}">
      <dsp:nvSpPr>
        <dsp:cNvPr id="0" name=""/>
        <dsp:cNvSpPr/>
      </dsp:nvSpPr>
      <dsp:spPr>
        <a:xfrm>
          <a:off x="0" y="1132877"/>
          <a:ext cx="3252101" cy="501036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1. If/ else statements</a:t>
          </a:r>
        </a:p>
      </dsp:txBody>
      <dsp:txXfrm>
        <a:off x="24458" y="1157335"/>
        <a:ext cx="3203185" cy="452120"/>
      </dsp:txXfrm>
    </dsp:sp>
    <dsp:sp modelId="{A0255DBA-CF83-4ADA-9DA8-8FBB20E8ECC3}">
      <dsp:nvSpPr>
        <dsp:cNvPr id="0" name=""/>
        <dsp:cNvSpPr/>
      </dsp:nvSpPr>
      <dsp:spPr>
        <a:xfrm>
          <a:off x="3681891" y="1132877"/>
          <a:ext cx="3252101" cy="501036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2. </a:t>
          </a:r>
          <a:r>
            <a:rPr lang="en-IN" sz="1800" b="0" i="0" kern="1200" dirty="0"/>
            <a:t>Ternary operator</a:t>
          </a:r>
          <a:endParaRPr lang="en-IN" sz="1800" kern="1200" dirty="0"/>
        </a:p>
      </dsp:txBody>
      <dsp:txXfrm>
        <a:off x="3706349" y="1157335"/>
        <a:ext cx="3203185" cy="452120"/>
      </dsp:txXfrm>
    </dsp:sp>
    <dsp:sp modelId="{7E4B8C54-7DA3-4C70-9CDB-87AC91AD885B}">
      <dsp:nvSpPr>
        <dsp:cNvPr id="0" name=""/>
        <dsp:cNvSpPr/>
      </dsp:nvSpPr>
      <dsp:spPr>
        <a:xfrm>
          <a:off x="7567036" y="1138281"/>
          <a:ext cx="3056324" cy="536355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3. Switch statement</a:t>
          </a:r>
          <a:endParaRPr lang="en-IN" sz="1800" kern="1200" dirty="0"/>
        </a:p>
      </dsp:txBody>
      <dsp:txXfrm>
        <a:off x="7593218" y="1164463"/>
        <a:ext cx="3003960" cy="4839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DC7465-9FC1-47D7-A3DA-AD3F2EF3D8C7}">
      <dsp:nvSpPr>
        <dsp:cNvPr id="0" name=""/>
        <dsp:cNvSpPr/>
      </dsp:nvSpPr>
      <dsp:spPr>
        <a:xfrm>
          <a:off x="1643657" y="1948176"/>
          <a:ext cx="709431" cy="14316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54715" y="0"/>
              </a:lnTo>
              <a:lnTo>
                <a:pt x="354715" y="1431684"/>
              </a:lnTo>
              <a:lnTo>
                <a:pt x="709431" y="143168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198F55-7C21-4180-850C-67A02380816B}">
      <dsp:nvSpPr>
        <dsp:cNvPr id="0" name=""/>
        <dsp:cNvSpPr/>
      </dsp:nvSpPr>
      <dsp:spPr>
        <a:xfrm>
          <a:off x="1643657" y="1893672"/>
          <a:ext cx="7107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54504"/>
              </a:moveTo>
              <a:lnTo>
                <a:pt x="356038" y="54504"/>
              </a:lnTo>
              <a:lnTo>
                <a:pt x="356038" y="45720"/>
              </a:lnTo>
              <a:lnTo>
                <a:pt x="710754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FEAC4C-D535-4EBF-910F-C6F2D451B411}">
      <dsp:nvSpPr>
        <dsp:cNvPr id="0" name=""/>
        <dsp:cNvSpPr/>
      </dsp:nvSpPr>
      <dsp:spPr>
        <a:xfrm>
          <a:off x="1643657" y="557257"/>
          <a:ext cx="695243" cy="1390919"/>
        </a:xfrm>
        <a:custGeom>
          <a:avLst/>
          <a:gdLst/>
          <a:ahLst/>
          <a:cxnLst/>
          <a:rect l="0" t="0" r="0" b="0"/>
          <a:pathLst>
            <a:path>
              <a:moveTo>
                <a:pt x="0" y="1390919"/>
              </a:moveTo>
              <a:lnTo>
                <a:pt x="340527" y="1390919"/>
              </a:lnTo>
              <a:lnTo>
                <a:pt x="340527" y="0"/>
              </a:lnTo>
              <a:lnTo>
                <a:pt x="695243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956C0A-D8CA-435D-8248-BF04E06BB918}">
      <dsp:nvSpPr>
        <dsp:cNvPr id="0" name=""/>
        <dsp:cNvSpPr/>
      </dsp:nvSpPr>
      <dsp:spPr>
        <a:xfrm>
          <a:off x="1322" y="1432053"/>
          <a:ext cx="1642334" cy="103224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Uses of Spread Operator</a:t>
          </a:r>
          <a:endParaRPr lang="en-IN" sz="1800" kern="1200" dirty="0"/>
        </a:p>
      </dsp:txBody>
      <dsp:txXfrm>
        <a:off x="51712" y="1482443"/>
        <a:ext cx="1541554" cy="931466"/>
      </dsp:txXfrm>
    </dsp:sp>
    <dsp:sp modelId="{0B5A0DC1-A7F8-4314-BD6C-94BB6EBE9B57}">
      <dsp:nvSpPr>
        <dsp:cNvPr id="0" name=""/>
        <dsp:cNvSpPr/>
      </dsp:nvSpPr>
      <dsp:spPr>
        <a:xfrm>
          <a:off x="2338900" y="250208"/>
          <a:ext cx="2629863" cy="61409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Copying an Array</a:t>
          </a:r>
          <a:endParaRPr lang="en-IN" sz="1800" b="0" kern="1200" dirty="0"/>
        </a:p>
      </dsp:txBody>
      <dsp:txXfrm>
        <a:off x="2368878" y="280186"/>
        <a:ext cx="2569907" cy="554142"/>
      </dsp:txXfrm>
    </dsp:sp>
    <dsp:sp modelId="{10AFF593-7722-4F65-9482-F0C70F34E2E3}">
      <dsp:nvSpPr>
        <dsp:cNvPr id="0" name=""/>
        <dsp:cNvSpPr/>
      </dsp:nvSpPr>
      <dsp:spPr>
        <a:xfrm>
          <a:off x="2354411" y="1632342"/>
          <a:ext cx="2629863" cy="61409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Merging Arrays</a:t>
          </a:r>
          <a:endParaRPr lang="en-IN" sz="1800" b="0" kern="1200" dirty="0"/>
        </a:p>
      </dsp:txBody>
      <dsp:txXfrm>
        <a:off x="2384389" y="1662320"/>
        <a:ext cx="2569907" cy="554142"/>
      </dsp:txXfrm>
    </dsp:sp>
    <dsp:sp modelId="{8A4E9FDE-A603-4E98-841D-D21882B24F31}">
      <dsp:nvSpPr>
        <dsp:cNvPr id="0" name=""/>
        <dsp:cNvSpPr/>
      </dsp:nvSpPr>
      <dsp:spPr>
        <a:xfrm>
          <a:off x="2353088" y="3072812"/>
          <a:ext cx="2629863" cy="614098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Passing Multiple Arguments to a Function</a:t>
          </a:r>
          <a:endParaRPr lang="en-IN" sz="1800" b="0" kern="1200" dirty="0"/>
        </a:p>
      </dsp:txBody>
      <dsp:txXfrm>
        <a:off x="2383066" y="3102790"/>
        <a:ext cx="2569907" cy="5541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46974-50EE-42A0-9C61-99F5C256C2FE}">
      <dsp:nvSpPr>
        <dsp:cNvPr id="0" name=""/>
        <dsp:cNvSpPr/>
      </dsp:nvSpPr>
      <dsp:spPr>
        <a:xfrm>
          <a:off x="9565400" y="1101415"/>
          <a:ext cx="229467" cy="4145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45746"/>
              </a:lnTo>
              <a:lnTo>
                <a:pt x="229467" y="414574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D4A4C7-5D43-4918-B1C0-32E73C85F306}">
      <dsp:nvSpPr>
        <dsp:cNvPr id="0" name=""/>
        <dsp:cNvSpPr/>
      </dsp:nvSpPr>
      <dsp:spPr>
        <a:xfrm>
          <a:off x="9565400" y="1101415"/>
          <a:ext cx="229467" cy="35117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11757"/>
              </a:lnTo>
              <a:lnTo>
                <a:pt x="229467" y="351175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645A87-53C7-405E-B453-7A05FF5C269F}">
      <dsp:nvSpPr>
        <dsp:cNvPr id="0" name=""/>
        <dsp:cNvSpPr/>
      </dsp:nvSpPr>
      <dsp:spPr>
        <a:xfrm>
          <a:off x="9565400" y="1101415"/>
          <a:ext cx="229467" cy="28777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77767"/>
              </a:lnTo>
              <a:lnTo>
                <a:pt x="229467" y="287776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DFB02A-5A34-41F9-B505-A1C62058932C}">
      <dsp:nvSpPr>
        <dsp:cNvPr id="0" name=""/>
        <dsp:cNvSpPr/>
      </dsp:nvSpPr>
      <dsp:spPr>
        <a:xfrm>
          <a:off x="9565400" y="1101415"/>
          <a:ext cx="229467" cy="22437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3778"/>
              </a:lnTo>
              <a:lnTo>
                <a:pt x="229467" y="224377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58374B-6B04-4E2C-BDFA-27478DBFFA4C}">
      <dsp:nvSpPr>
        <dsp:cNvPr id="0" name=""/>
        <dsp:cNvSpPr/>
      </dsp:nvSpPr>
      <dsp:spPr>
        <a:xfrm>
          <a:off x="9565400" y="1101415"/>
          <a:ext cx="229467" cy="16097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09788"/>
              </a:lnTo>
              <a:lnTo>
                <a:pt x="229467" y="160978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5C0A4C-553F-4334-BFC1-3872EC2C58DC}">
      <dsp:nvSpPr>
        <dsp:cNvPr id="0" name=""/>
        <dsp:cNvSpPr/>
      </dsp:nvSpPr>
      <dsp:spPr>
        <a:xfrm>
          <a:off x="9565400" y="1101415"/>
          <a:ext cx="229467" cy="9757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5799"/>
              </a:lnTo>
              <a:lnTo>
                <a:pt x="229467" y="97579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9B1DE2-1C06-464E-862B-7373A45B085A}">
      <dsp:nvSpPr>
        <dsp:cNvPr id="0" name=""/>
        <dsp:cNvSpPr/>
      </dsp:nvSpPr>
      <dsp:spPr>
        <a:xfrm>
          <a:off x="9565400" y="1101415"/>
          <a:ext cx="229467" cy="3418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1809"/>
              </a:lnTo>
              <a:lnTo>
                <a:pt x="229467" y="34180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5EC4C2-5C95-4945-AC8E-570D07C7EEAD}">
      <dsp:nvSpPr>
        <dsp:cNvPr id="0" name=""/>
        <dsp:cNvSpPr/>
      </dsp:nvSpPr>
      <dsp:spPr>
        <a:xfrm>
          <a:off x="5521169" y="446471"/>
          <a:ext cx="4709548" cy="208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713"/>
              </a:lnTo>
              <a:lnTo>
                <a:pt x="4709548" y="114713"/>
              </a:lnTo>
              <a:lnTo>
                <a:pt x="4709548" y="20847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DEB4EA-50DB-4890-A733-8AFA5159DE9A}">
      <dsp:nvSpPr>
        <dsp:cNvPr id="0" name=""/>
        <dsp:cNvSpPr/>
      </dsp:nvSpPr>
      <dsp:spPr>
        <a:xfrm>
          <a:off x="7414838" y="1102344"/>
          <a:ext cx="253681" cy="9860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6099"/>
              </a:lnTo>
              <a:lnTo>
                <a:pt x="253681" y="986099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36A151-C7D3-4BA5-8616-3FB1131ED37F}">
      <dsp:nvSpPr>
        <dsp:cNvPr id="0" name=""/>
        <dsp:cNvSpPr/>
      </dsp:nvSpPr>
      <dsp:spPr>
        <a:xfrm>
          <a:off x="7414838" y="1102344"/>
          <a:ext cx="240207" cy="3831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3175"/>
              </a:lnTo>
              <a:lnTo>
                <a:pt x="240207" y="38317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5387F2-B085-4B5A-BB64-236B09D05C30}">
      <dsp:nvSpPr>
        <dsp:cNvPr id="0" name=""/>
        <dsp:cNvSpPr/>
      </dsp:nvSpPr>
      <dsp:spPr>
        <a:xfrm>
          <a:off x="5521169" y="446471"/>
          <a:ext cx="2558987" cy="2094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642"/>
              </a:lnTo>
              <a:lnTo>
                <a:pt x="2558987" y="115642"/>
              </a:lnTo>
              <a:lnTo>
                <a:pt x="2558987" y="20940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8ADCAF-4CDA-4705-9234-1174DE5CF33B}">
      <dsp:nvSpPr>
        <dsp:cNvPr id="0" name=""/>
        <dsp:cNvSpPr/>
      </dsp:nvSpPr>
      <dsp:spPr>
        <a:xfrm>
          <a:off x="4865808" y="1109791"/>
          <a:ext cx="239537" cy="16540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4060"/>
              </a:lnTo>
              <a:lnTo>
                <a:pt x="239537" y="165406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24485-A30C-4A99-A29C-13F687099BA9}">
      <dsp:nvSpPr>
        <dsp:cNvPr id="0" name=""/>
        <dsp:cNvSpPr/>
      </dsp:nvSpPr>
      <dsp:spPr>
        <a:xfrm>
          <a:off x="4865808" y="1109791"/>
          <a:ext cx="239537" cy="10200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0071"/>
              </a:lnTo>
              <a:lnTo>
                <a:pt x="239537" y="102007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AE1ADC-D145-4FE5-AEF3-A95BCE2478CB}">
      <dsp:nvSpPr>
        <dsp:cNvPr id="0" name=""/>
        <dsp:cNvSpPr/>
      </dsp:nvSpPr>
      <dsp:spPr>
        <a:xfrm>
          <a:off x="4865808" y="1109791"/>
          <a:ext cx="239537" cy="3860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6081"/>
              </a:lnTo>
              <a:lnTo>
                <a:pt x="239537" y="38608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2B0557-2961-4858-8E5B-475777D22274}">
      <dsp:nvSpPr>
        <dsp:cNvPr id="0" name=""/>
        <dsp:cNvSpPr/>
      </dsp:nvSpPr>
      <dsp:spPr>
        <a:xfrm>
          <a:off x="5475449" y="446471"/>
          <a:ext cx="91440" cy="21684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23089"/>
              </a:lnTo>
              <a:lnTo>
                <a:pt x="55676" y="123089"/>
              </a:lnTo>
              <a:lnTo>
                <a:pt x="55676" y="21684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5BB887-53FB-412D-86DA-ECD77710780B}">
      <dsp:nvSpPr>
        <dsp:cNvPr id="0" name=""/>
        <dsp:cNvSpPr/>
      </dsp:nvSpPr>
      <dsp:spPr>
        <a:xfrm>
          <a:off x="2502429" y="1108269"/>
          <a:ext cx="255333" cy="1048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48230"/>
              </a:lnTo>
              <a:lnTo>
                <a:pt x="255333" y="104823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3C3955-3BD6-4245-94E3-DCD33B6E331D}">
      <dsp:nvSpPr>
        <dsp:cNvPr id="0" name=""/>
        <dsp:cNvSpPr/>
      </dsp:nvSpPr>
      <dsp:spPr>
        <a:xfrm>
          <a:off x="2502429" y="1108269"/>
          <a:ext cx="255333" cy="414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4240"/>
              </a:lnTo>
              <a:lnTo>
                <a:pt x="255333" y="41424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CA5EE0-4373-415B-856B-911AB1D35CDD}">
      <dsp:nvSpPr>
        <dsp:cNvPr id="0" name=""/>
        <dsp:cNvSpPr/>
      </dsp:nvSpPr>
      <dsp:spPr>
        <a:xfrm>
          <a:off x="3167746" y="446471"/>
          <a:ext cx="2353422" cy="215326"/>
        </a:xfrm>
        <a:custGeom>
          <a:avLst/>
          <a:gdLst/>
          <a:ahLst/>
          <a:cxnLst/>
          <a:rect l="0" t="0" r="0" b="0"/>
          <a:pathLst>
            <a:path>
              <a:moveTo>
                <a:pt x="2353422" y="0"/>
              </a:moveTo>
              <a:lnTo>
                <a:pt x="2353422" y="121567"/>
              </a:lnTo>
              <a:lnTo>
                <a:pt x="0" y="121567"/>
              </a:lnTo>
              <a:lnTo>
                <a:pt x="0" y="21532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47C5AF-0517-4A85-BEE9-A83E7ADD029D}">
      <dsp:nvSpPr>
        <dsp:cNvPr id="0" name=""/>
        <dsp:cNvSpPr/>
      </dsp:nvSpPr>
      <dsp:spPr>
        <a:xfrm>
          <a:off x="283635" y="1101661"/>
          <a:ext cx="128178" cy="22276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7660"/>
              </a:lnTo>
              <a:lnTo>
                <a:pt x="128178" y="222766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D0A57B-D8C6-47BF-B414-EAA5A38FC0BB}">
      <dsp:nvSpPr>
        <dsp:cNvPr id="0" name=""/>
        <dsp:cNvSpPr/>
      </dsp:nvSpPr>
      <dsp:spPr>
        <a:xfrm>
          <a:off x="283635" y="1101661"/>
          <a:ext cx="128178" cy="15936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3671"/>
              </a:lnTo>
              <a:lnTo>
                <a:pt x="128178" y="159367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BCEFBB-A297-4A9A-AD86-E01DFA3361E3}">
      <dsp:nvSpPr>
        <dsp:cNvPr id="0" name=""/>
        <dsp:cNvSpPr/>
      </dsp:nvSpPr>
      <dsp:spPr>
        <a:xfrm>
          <a:off x="283635" y="1101661"/>
          <a:ext cx="128178" cy="9596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9681"/>
              </a:lnTo>
              <a:lnTo>
                <a:pt x="128178" y="95968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F650F5-B0D2-4A63-8F11-AC0EB35E413C}">
      <dsp:nvSpPr>
        <dsp:cNvPr id="0" name=""/>
        <dsp:cNvSpPr/>
      </dsp:nvSpPr>
      <dsp:spPr>
        <a:xfrm>
          <a:off x="283635" y="1101661"/>
          <a:ext cx="128178" cy="3917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1734"/>
              </a:lnTo>
              <a:lnTo>
                <a:pt x="128178" y="39173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B2214E-689D-49ED-A91E-658E6FAF6721}">
      <dsp:nvSpPr>
        <dsp:cNvPr id="0" name=""/>
        <dsp:cNvSpPr/>
      </dsp:nvSpPr>
      <dsp:spPr>
        <a:xfrm>
          <a:off x="948952" y="446471"/>
          <a:ext cx="4572216" cy="208718"/>
        </a:xfrm>
        <a:custGeom>
          <a:avLst/>
          <a:gdLst/>
          <a:ahLst/>
          <a:cxnLst/>
          <a:rect l="0" t="0" r="0" b="0"/>
          <a:pathLst>
            <a:path>
              <a:moveTo>
                <a:pt x="4572216" y="0"/>
              </a:moveTo>
              <a:lnTo>
                <a:pt x="4572216" y="114959"/>
              </a:lnTo>
              <a:lnTo>
                <a:pt x="0" y="114959"/>
              </a:lnTo>
              <a:lnTo>
                <a:pt x="0" y="208718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E818CE-D1B4-48F0-87BC-EEF2C96DF2A5}">
      <dsp:nvSpPr>
        <dsp:cNvPr id="0" name=""/>
        <dsp:cNvSpPr/>
      </dsp:nvSpPr>
      <dsp:spPr>
        <a:xfrm>
          <a:off x="3417422" y="0"/>
          <a:ext cx="4207493" cy="446471"/>
        </a:xfrm>
        <a:prstGeom prst="flowChartAlternateProcess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Arrays methods</a:t>
          </a:r>
          <a:endParaRPr lang="en-IN" sz="1800" kern="1200" dirty="0"/>
        </a:p>
      </dsp:txBody>
      <dsp:txXfrm>
        <a:off x="3439216" y="21794"/>
        <a:ext cx="4163905" cy="402883"/>
      </dsp:txXfrm>
    </dsp:sp>
    <dsp:sp modelId="{C389DD93-68FB-4B40-94FE-B32A7EB6200C}">
      <dsp:nvSpPr>
        <dsp:cNvPr id="0" name=""/>
        <dsp:cNvSpPr/>
      </dsp:nvSpPr>
      <dsp:spPr>
        <a:xfrm>
          <a:off x="117306" y="655189"/>
          <a:ext cx="1663293" cy="44647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Get</a:t>
          </a:r>
          <a:endParaRPr lang="en-IN" sz="1800" kern="1200" dirty="0"/>
        </a:p>
      </dsp:txBody>
      <dsp:txXfrm>
        <a:off x="139100" y="676983"/>
        <a:ext cx="1619705" cy="402883"/>
      </dsp:txXfrm>
    </dsp:sp>
    <dsp:sp modelId="{27E09599-ECB4-4D79-82EC-7C00068C77A1}">
      <dsp:nvSpPr>
        <dsp:cNvPr id="0" name=""/>
        <dsp:cNvSpPr/>
      </dsp:nvSpPr>
      <dsp:spPr>
        <a:xfrm>
          <a:off x="411814" y="1270159"/>
          <a:ext cx="136675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indexOf</a:t>
          </a:r>
          <a:r>
            <a:rPr lang="en-US" sz="1800" kern="1200" dirty="0"/>
            <a:t>()</a:t>
          </a:r>
          <a:endParaRPr lang="en-IN" sz="1800" kern="1200" dirty="0"/>
        </a:p>
      </dsp:txBody>
      <dsp:txXfrm>
        <a:off x="433608" y="1291953"/>
        <a:ext cx="1323168" cy="402883"/>
      </dsp:txXfrm>
    </dsp:sp>
    <dsp:sp modelId="{0CDFBC02-1B3F-4F54-A810-FBED22430D57}">
      <dsp:nvSpPr>
        <dsp:cNvPr id="0" name=""/>
        <dsp:cNvSpPr/>
      </dsp:nvSpPr>
      <dsp:spPr>
        <a:xfrm>
          <a:off x="411814" y="1838107"/>
          <a:ext cx="136675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find()</a:t>
          </a:r>
          <a:endParaRPr lang="en-IN" sz="1800" kern="1200" dirty="0"/>
        </a:p>
      </dsp:txBody>
      <dsp:txXfrm>
        <a:off x="433608" y="1859901"/>
        <a:ext cx="1323168" cy="402883"/>
      </dsp:txXfrm>
    </dsp:sp>
    <dsp:sp modelId="{49CF721C-9354-4747-AA69-0DBCBF1D5516}">
      <dsp:nvSpPr>
        <dsp:cNvPr id="0" name=""/>
        <dsp:cNvSpPr/>
      </dsp:nvSpPr>
      <dsp:spPr>
        <a:xfrm>
          <a:off x="411814" y="2472096"/>
          <a:ext cx="136675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filter()</a:t>
          </a:r>
          <a:endParaRPr lang="en-IN" sz="1800" kern="1200" dirty="0"/>
        </a:p>
      </dsp:txBody>
      <dsp:txXfrm>
        <a:off x="433608" y="2493890"/>
        <a:ext cx="1323168" cy="402883"/>
      </dsp:txXfrm>
    </dsp:sp>
    <dsp:sp modelId="{73BD2D37-DE34-44C2-BDE0-EA663C832D4D}">
      <dsp:nvSpPr>
        <dsp:cNvPr id="0" name=""/>
        <dsp:cNvSpPr/>
      </dsp:nvSpPr>
      <dsp:spPr>
        <a:xfrm>
          <a:off x="411814" y="3106086"/>
          <a:ext cx="136675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Slice()</a:t>
          </a:r>
          <a:endParaRPr lang="en-IN" sz="1800" kern="1200" dirty="0"/>
        </a:p>
      </dsp:txBody>
      <dsp:txXfrm>
        <a:off x="433608" y="3127880"/>
        <a:ext cx="1323168" cy="402883"/>
      </dsp:txXfrm>
    </dsp:sp>
    <dsp:sp modelId="{68708279-B6C3-4AE6-AC7D-57ED2BD8954F}">
      <dsp:nvSpPr>
        <dsp:cNvPr id="0" name=""/>
        <dsp:cNvSpPr/>
      </dsp:nvSpPr>
      <dsp:spPr>
        <a:xfrm>
          <a:off x="2336099" y="661797"/>
          <a:ext cx="1663293" cy="44647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Add</a:t>
          </a:r>
          <a:endParaRPr lang="en-IN" sz="1800" kern="1200" dirty="0"/>
        </a:p>
      </dsp:txBody>
      <dsp:txXfrm>
        <a:off x="2357893" y="683591"/>
        <a:ext cx="1619705" cy="402883"/>
      </dsp:txXfrm>
    </dsp:sp>
    <dsp:sp modelId="{0D983406-2403-42BD-81CB-6A075F86FDF9}">
      <dsp:nvSpPr>
        <dsp:cNvPr id="0" name=""/>
        <dsp:cNvSpPr/>
      </dsp:nvSpPr>
      <dsp:spPr>
        <a:xfrm>
          <a:off x="2757763" y="1299274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push()</a:t>
          </a:r>
          <a:endParaRPr lang="en-IN" sz="1800" kern="1200" dirty="0"/>
        </a:p>
      </dsp:txBody>
      <dsp:txXfrm>
        <a:off x="2779557" y="1321068"/>
        <a:ext cx="1223908" cy="402883"/>
      </dsp:txXfrm>
    </dsp:sp>
    <dsp:sp modelId="{1A31EF6D-BC04-478D-BE3C-9CAE4FB2D9BC}">
      <dsp:nvSpPr>
        <dsp:cNvPr id="0" name=""/>
        <dsp:cNvSpPr/>
      </dsp:nvSpPr>
      <dsp:spPr>
        <a:xfrm>
          <a:off x="2757763" y="1933263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 err="1"/>
            <a:t>concat</a:t>
          </a:r>
          <a:r>
            <a:rPr lang="en-US" sz="1800" kern="1200" dirty="0"/>
            <a:t>()</a:t>
          </a:r>
          <a:endParaRPr lang="en-IN" sz="1800" kern="1200" dirty="0"/>
        </a:p>
      </dsp:txBody>
      <dsp:txXfrm>
        <a:off x="2779557" y="1955057"/>
        <a:ext cx="1223908" cy="402883"/>
      </dsp:txXfrm>
    </dsp:sp>
    <dsp:sp modelId="{193C8A81-4D98-40D1-BA74-8EFF2A071041}">
      <dsp:nvSpPr>
        <dsp:cNvPr id="0" name=""/>
        <dsp:cNvSpPr/>
      </dsp:nvSpPr>
      <dsp:spPr>
        <a:xfrm>
          <a:off x="4699478" y="663320"/>
          <a:ext cx="1663293" cy="44647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Remove</a:t>
          </a:r>
          <a:endParaRPr lang="en-IN" sz="1800" kern="1200" dirty="0"/>
        </a:p>
      </dsp:txBody>
      <dsp:txXfrm>
        <a:off x="4721272" y="685114"/>
        <a:ext cx="1619705" cy="402883"/>
      </dsp:txXfrm>
    </dsp:sp>
    <dsp:sp modelId="{388B2EA5-2CDC-4E89-B8C1-922680C62C46}">
      <dsp:nvSpPr>
        <dsp:cNvPr id="0" name=""/>
        <dsp:cNvSpPr/>
      </dsp:nvSpPr>
      <dsp:spPr>
        <a:xfrm>
          <a:off x="5105345" y="1272637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pop()</a:t>
          </a:r>
          <a:endParaRPr lang="en-IN" sz="1800" kern="1200" dirty="0"/>
        </a:p>
      </dsp:txBody>
      <dsp:txXfrm>
        <a:off x="5127139" y="1294431"/>
        <a:ext cx="1223908" cy="402883"/>
      </dsp:txXfrm>
    </dsp:sp>
    <dsp:sp modelId="{FC2E23EB-D912-4BA7-BE18-83B5FAB4BF30}">
      <dsp:nvSpPr>
        <dsp:cNvPr id="0" name=""/>
        <dsp:cNvSpPr/>
      </dsp:nvSpPr>
      <dsp:spPr>
        <a:xfrm>
          <a:off x="5105345" y="1906627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shift()</a:t>
          </a:r>
          <a:endParaRPr lang="en-IN" sz="1800" kern="1200" dirty="0"/>
        </a:p>
      </dsp:txBody>
      <dsp:txXfrm>
        <a:off x="5127139" y="1928421"/>
        <a:ext cx="1223908" cy="402883"/>
      </dsp:txXfrm>
    </dsp:sp>
    <dsp:sp modelId="{9DFA006F-3215-487A-9D8E-B72AA16D8DE0}">
      <dsp:nvSpPr>
        <dsp:cNvPr id="0" name=""/>
        <dsp:cNvSpPr/>
      </dsp:nvSpPr>
      <dsp:spPr>
        <a:xfrm>
          <a:off x="5105345" y="2540616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splice()</a:t>
          </a:r>
          <a:endParaRPr lang="en-IN" sz="1800" kern="1200" dirty="0"/>
        </a:p>
      </dsp:txBody>
      <dsp:txXfrm>
        <a:off x="5127139" y="2562410"/>
        <a:ext cx="1223908" cy="402883"/>
      </dsp:txXfrm>
    </dsp:sp>
    <dsp:sp modelId="{6DBEAC53-4374-4BEF-90C0-BD8EA926C72A}">
      <dsp:nvSpPr>
        <dsp:cNvPr id="0" name=""/>
        <dsp:cNvSpPr/>
      </dsp:nvSpPr>
      <dsp:spPr>
        <a:xfrm>
          <a:off x="7248509" y="655873"/>
          <a:ext cx="1663293" cy="44647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Modify</a:t>
          </a:r>
          <a:endParaRPr lang="en-IN" sz="1800" kern="1200" dirty="0"/>
        </a:p>
      </dsp:txBody>
      <dsp:txXfrm>
        <a:off x="7270303" y="677667"/>
        <a:ext cx="1619705" cy="402883"/>
      </dsp:txXfrm>
    </dsp:sp>
    <dsp:sp modelId="{21EBAB59-61CB-49CF-9C05-5455C0597578}">
      <dsp:nvSpPr>
        <dsp:cNvPr id="0" name=""/>
        <dsp:cNvSpPr/>
      </dsp:nvSpPr>
      <dsp:spPr>
        <a:xfrm>
          <a:off x="7655046" y="1262284"/>
          <a:ext cx="1239378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map()</a:t>
          </a:r>
          <a:endParaRPr lang="en-IN" sz="1800" kern="1200" dirty="0"/>
        </a:p>
      </dsp:txBody>
      <dsp:txXfrm>
        <a:off x="7676840" y="1284078"/>
        <a:ext cx="1195790" cy="402883"/>
      </dsp:txXfrm>
    </dsp:sp>
    <dsp:sp modelId="{01552958-4705-4A8E-AF3B-989E47907168}">
      <dsp:nvSpPr>
        <dsp:cNvPr id="0" name=""/>
        <dsp:cNvSpPr/>
      </dsp:nvSpPr>
      <dsp:spPr>
        <a:xfrm>
          <a:off x="7668520" y="1865208"/>
          <a:ext cx="1239378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forEach</a:t>
          </a:r>
          <a:r>
            <a:rPr lang="en-US" sz="1800" kern="1200" dirty="0"/>
            <a:t>()</a:t>
          </a:r>
          <a:endParaRPr lang="en-IN" sz="1800" kern="1200" dirty="0"/>
        </a:p>
      </dsp:txBody>
      <dsp:txXfrm>
        <a:off x="7690314" y="1887002"/>
        <a:ext cx="1195790" cy="402883"/>
      </dsp:txXfrm>
    </dsp:sp>
    <dsp:sp modelId="{DC844560-572E-483F-B9F0-B0490153546E}">
      <dsp:nvSpPr>
        <dsp:cNvPr id="0" name=""/>
        <dsp:cNvSpPr/>
      </dsp:nvSpPr>
      <dsp:spPr>
        <a:xfrm>
          <a:off x="9399071" y="654944"/>
          <a:ext cx="1663293" cy="44647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Others</a:t>
          </a:r>
          <a:endParaRPr lang="en-IN" sz="1800" kern="1200" dirty="0"/>
        </a:p>
      </dsp:txBody>
      <dsp:txXfrm>
        <a:off x="9420865" y="676738"/>
        <a:ext cx="1619705" cy="402883"/>
      </dsp:txXfrm>
    </dsp:sp>
    <dsp:sp modelId="{A41391C4-0CC6-48B5-A27C-77E6B37F0A4B}">
      <dsp:nvSpPr>
        <dsp:cNvPr id="0" name=""/>
        <dsp:cNvSpPr/>
      </dsp:nvSpPr>
      <dsp:spPr>
        <a:xfrm>
          <a:off x="9794868" y="1219989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join()</a:t>
          </a:r>
          <a:endParaRPr lang="en-IN" sz="1800" kern="1200" dirty="0"/>
        </a:p>
      </dsp:txBody>
      <dsp:txXfrm>
        <a:off x="9816662" y="1241783"/>
        <a:ext cx="1223908" cy="402883"/>
      </dsp:txXfrm>
    </dsp:sp>
    <dsp:sp modelId="{9F3EAFE2-7BC5-49E5-A4EE-DDDD02E106BA}">
      <dsp:nvSpPr>
        <dsp:cNvPr id="0" name=""/>
        <dsp:cNvSpPr/>
      </dsp:nvSpPr>
      <dsp:spPr>
        <a:xfrm>
          <a:off x="9794868" y="1853979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length</a:t>
          </a:r>
          <a:endParaRPr lang="en-IN" sz="1800" kern="1200" dirty="0"/>
        </a:p>
      </dsp:txBody>
      <dsp:txXfrm>
        <a:off x="9816662" y="1875773"/>
        <a:ext cx="1223908" cy="402883"/>
      </dsp:txXfrm>
    </dsp:sp>
    <dsp:sp modelId="{819A9BB9-DE58-4A06-971F-A5389C5BBC75}">
      <dsp:nvSpPr>
        <dsp:cNvPr id="0" name=""/>
        <dsp:cNvSpPr/>
      </dsp:nvSpPr>
      <dsp:spPr>
        <a:xfrm>
          <a:off x="9794868" y="2487968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sort()</a:t>
          </a:r>
          <a:endParaRPr lang="en-IN" sz="1800" kern="1200" dirty="0"/>
        </a:p>
      </dsp:txBody>
      <dsp:txXfrm>
        <a:off x="9816662" y="2509762"/>
        <a:ext cx="1223908" cy="402883"/>
      </dsp:txXfrm>
    </dsp:sp>
    <dsp:sp modelId="{1B83CE8B-C52D-40D4-9B50-E7E1AA0B0B8A}">
      <dsp:nvSpPr>
        <dsp:cNvPr id="0" name=""/>
        <dsp:cNvSpPr/>
      </dsp:nvSpPr>
      <dsp:spPr>
        <a:xfrm>
          <a:off x="9794868" y="3121958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reverse()</a:t>
          </a:r>
          <a:endParaRPr lang="en-IN" sz="1800" kern="1200" dirty="0"/>
        </a:p>
      </dsp:txBody>
      <dsp:txXfrm>
        <a:off x="9816662" y="3143752"/>
        <a:ext cx="1223908" cy="402883"/>
      </dsp:txXfrm>
    </dsp:sp>
    <dsp:sp modelId="{55CFBE1B-79E7-48A1-B10B-94ADB0C3BCDC}">
      <dsp:nvSpPr>
        <dsp:cNvPr id="0" name=""/>
        <dsp:cNvSpPr/>
      </dsp:nvSpPr>
      <dsp:spPr>
        <a:xfrm>
          <a:off x="9794868" y="3755947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reduce()</a:t>
          </a:r>
          <a:endParaRPr lang="en-IN" sz="1800" kern="1200" dirty="0"/>
        </a:p>
      </dsp:txBody>
      <dsp:txXfrm>
        <a:off x="9816662" y="3777741"/>
        <a:ext cx="1223908" cy="402883"/>
      </dsp:txXfrm>
    </dsp:sp>
    <dsp:sp modelId="{84361334-1E40-4DD5-B3DD-5427B53C5E36}">
      <dsp:nvSpPr>
        <dsp:cNvPr id="0" name=""/>
        <dsp:cNvSpPr/>
      </dsp:nvSpPr>
      <dsp:spPr>
        <a:xfrm>
          <a:off x="9794868" y="4389937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some()</a:t>
          </a:r>
          <a:endParaRPr lang="en-IN" sz="1800" kern="1200" dirty="0"/>
        </a:p>
      </dsp:txBody>
      <dsp:txXfrm>
        <a:off x="9816662" y="4411731"/>
        <a:ext cx="1223908" cy="402883"/>
      </dsp:txXfrm>
    </dsp:sp>
    <dsp:sp modelId="{4FF0754E-90A7-41AA-9296-2119F04A17BF}">
      <dsp:nvSpPr>
        <dsp:cNvPr id="0" name=""/>
        <dsp:cNvSpPr/>
      </dsp:nvSpPr>
      <dsp:spPr>
        <a:xfrm>
          <a:off x="9794868" y="5023926"/>
          <a:ext cx="1267496" cy="446471"/>
        </a:xfrm>
        <a:prstGeom prst="flowChartAlternateProcess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every()</a:t>
          </a:r>
          <a:endParaRPr lang="en-IN" sz="1800" kern="1200" dirty="0"/>
        </a:p>
      </dsp:txBody>
      <dsp:txXfrm>
        <a:off x="9816662" y="5045720"/>
        <a:ext cx="1223908" cy="4028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E92474-6084-4D12-9B51-FBCC4DA15278}">
      <dsp:nvSpPr>
        <dsp:cNvPr id="0" name=""/>
        <dsp:cNvSpPr/>
      </dsp:nvSpPr>
      <dsp:spPr>
        <a:xfrm>
          <a:off x="1511908" y="2619328"/>
          <a:ext cx="2296999" cy="20599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48499" y="0"/>
              </a:lnTo>
              <a:lnTo>
                <a:pt x="1148499" y="2059913"/>
              </a:lnTo>
              <a:lnTo>
                <a:pt x="2296999" y="205991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2583274" y="3572151"/>
        <a:ext cx="154268" cy="154268"/>
      </dsp:txXfrm>
    </dsp:sp>
    <dsp:sp modelId="{B23C1C6F-D175-476E-B4EE-28B1F86A6440}">
      <dsp:nvSpPr>
        <dsp:cNvPr id="0" name=""/>
        <dsp:cNvSpPr/>
      </dsp:nvSpPr>
      <dsp:spPr>
        <a:xfrm>
          <a:off x="1511908" y="2619328"/>
          <a:ext cx="2296999" cy="13490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48499" y="0"/>
              </a:lnTo>
              <a:lnTo>
                <a:pt x="1148499" y="1349081"/>
              </a:lnTo>
              <a:lnTo>
                <a:pt x="2296999" y="134908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2593811" y="3227272"/>
        <a:ext cx="133193" cy="133193"/>
      </dsp:txXfrm>
    </dsp:sp>
    <dsp:sp modelId="{2570E19E-DA5D-401B-9DE7-702819F8C182}">
      <dsp:nvSpPr>
        <dsp:cNvPr id="0" name=""/>
        <dsp:cNvSpPr/>
      </dsp:nvSpPr>
      <dsp:spPr>
        <a:xfrm>
          <a:off x="1511908" y="2619328"/>
          <a:ext cx="2296999" cy="638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148499" y="0"/>
              </a:lnTo>
              <a:lnTo>
                <a:pt x="1148499" y="638249"/>
              </a:lnTo>
              <a:lnTo>
                <a:pt x="2296999" y="63824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2600807" y="2878852"/>
        <a:ext cx="119201" cy="119201"/>
      </dsp:txXfrm>
    </dsp:sp>
    <dsp:sp modelId="{4D02CD99-53A7-4BBE-958B-696FB6944053}">
      <dsp:nvSpPr>
        <dsp:cNvPr id="0" name=""/>
        <dsp:cNvSpPr/>
      </dsp:nvSpPr>
      <dsp:spPr>
        <a:xfrm>
          <a:off x="1511908" y="2573608"/>
          <a:ext cx="2296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148499" y="45720"/>
              </a:lnTo>
              <a:lnTo>
                <a:pt x="1148499" y="49320"/>
              </a:lnTo>
              <a:lnTo>
                <a:pt x="2296999" y="493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2602983" y="2561903"/>
        <a:ext cx="114850" cy="114850"/>
      </dsp:txXfrm>
    </dsp:sp>
    <dsp:sp modelId="{361842B1-7520-4BFA-A397-004115EE5505}">
      <dsp:nvSpPr>
        <dsp:cNvPr id="0" name=""/>
        <dsp:cNvSpPr/>
      </dsp:nvSpPr>
      <dsp:spPr>
        <a:xfrm>
          <a:off x="1511908" y="1835914"/>
          <a:ext cx="2296999" cy="783414"/>
        </a:xfrm>
        <a:custGeom>
          <a:avLst/>
          <a:gdLst/>
          <a:ahLst/>
          <a:cxnLst/>
          <a:rect l="0" t="0" r="0" b="0"/>
          <a:pathLst>
            <a:path>
              <a:moveTo>
                <a:pt x="0" y="783414"/>
              </a:moveTo>
              <a:lnTo>
                <a:pt x="1148499" y="783414"/>
              </a:lnTo>
              <a:lnTo>
                <a:pt x="1148499" y="0"/>
              </a:lnTo>
              <a:lnTo>
                <a:pt x="2296999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>
        <a:off x="2599735" y="2166948"/>
        <a:ext cx="121346" cy="121346"/>
      </dsp:txXfrm>
    </dsp:sp>
    <dsp:sp modelId="{7CC7842B-0AB4-4BE4-AED6-057278EA163D}">
      <dsp:nvSpPr>
        <dsp:cNvPr id="0" name=""/>
        <dsp:cNvSpPr/>
      </dsp:nvSpPr>
      <dsp:spPr>
        <a:xfrm>
          <a:off x="1511908" y="1125082"/>
          <a:ext cx="2296999" cy="1494246"/>
        </a:xfrm>
        <a:custGeom>
          <a:avLst/>
          <a:gdLst/>
          <a:ahLst/>
          <a:cxnLst/>
          <a:rect l="0" t="0" r="0" b="0"/>
          <a:pathLst>
            <a:path>
              <a:moveTo>
                <a:pt x="0" y="1494246"/>
              </a:moveTo>
              <a:lnTo>
                <a:pt x="1148499" y="1494246"/>
              </a:lnTo>
              <a:lnTo>
                <a:pt x="1148499" y="0"/>
              </a:lnTo>
              <a:lnTo>
                <a:pt x="2296999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2591901" y="1803698"/>
        <a:ext cx="137012" cy="137012"/>
      </dsp:txXfrm>
    </dsp:sp>
    <dsp:sp modelId="{CB5DAE1B-D9AD-4C7A-8055-D9709BEF6D59}">
      <dsp:nvSpPr>
        <dsp:cNvPr id="0" name=""/>
        <dsp:cNvSpPr/>
      </dsp:nvSpPr>
      <dsp:spPr>
        <a:xfrm>
          <a:off x="1511908" y="414250"/>
          <a:ext cx="2296999" cy="2205078"/>
        </a:xfrm>
        <a:custGeom>
          <a:avLst/>
          <a:gdLst/>
          <a:ahLst/>
          <a:cxnLst/>
          <a:rect l="0" t="0" r="0" b="0"/>
          <a:pathLst>
            <a:path>
              <a:moveTo>
                <a:pt x="0" y="2205078"/>
              </a:moveTo>
              <a:lnTo>
                <a:pt x="1148499" y="2205078"/>
              </a:lnTo>
              <a:lnTo>
                <a:pt x="1148499" y="0"/>
              </a:lnTo>
              <a:lnTo>
                <a:pt x="2296999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2580805" y="1437186"/>
        <a:ext cx="159205" cy="159205"/>
      </dsp:txXfrm>
    </dsp:sp>
    <dsp:sp modelId="{637DBD5D-5FC3-4CF8-ADA5-51EBDAEE07B8}">
      <dsp:nvSpPr>
        <dsp:cNvPr id="0" name=""/>
        <dsp:cNvSpPr/>
      </dsp:nvSpPr>
      <dsp:spPr>
        <a:xfrm>
          <a:off x="0" y="2012966"/>
          <a:ext cx="1811092" cy="1212723"/>
        </a:xfrm>
        <a:prstGeom prst="flowChartAlternateProcess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Types of Functions</a:t>
          </a:r>
          <a:endParaRPr lang="en-IN" sz="1800" kern="1200" dirty="0"/>
        </a:p>
      </dsp:txBody>
      <dsp:txXfrm>
        <a:off x="59199" y="2072165"/>
        <a:ext cx="1692694" cy="1094325"/>
      </dsp:txXfrm>
    </dsp:sp>
    <dsp:sp modelId="{DA878A0C-1FB2-4469-B37A-4E24C2249351}">
      <dsp:nvSpPr>
        <dsp:cNvPr id="0" name=""/>
        <dsp:cNvSpPr/>
      </dsp:nvSpPr>
      <dsp:spPr>
        <a:xfrm>
          <a:off x="3808908" y="179804"/>
          <a:ext cx="2713805" cy="46889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Named Function</a:t>
          </a:r>
          <a:endParaRPr lang="en-IN" sz="1800" kern="1200" dirty="0"/>
        </a:p>
      </dsp:txBody>
      <dsp:txXfrm>
        <a:off x="3831797" y="202693"/>
        <a:ext cx="2668027" cy="423113"/>
      </dsp:txXfrm>
    </dsp:sp>
    <dsp:sp modelId="{8018B482-2EE0-4DC2-A04D-A9E518A44C85}">
      <dsp:nvSpPr>
        <dsp:cNvPr id="0" name=""/>
        <dsp:cNvSpPr/>
      </dsp:nvSpPr>
      <dsp:spPr>
        <a:xfrm>
          <a:off x="3808908" y="890636"/>
          <a:ext cx="2713805" cy="46889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Anonymous Function</a:t>
          </a:r>
          <a:endParaRPr lang="en-IN" sz="1800" kern="1200" dirty="0"/>
        </a:p>
      </dsp:txBody>
      <dsp:txXfrm>
        <a:off x="3831797" y="913525"/>
        <a:ext cx="2668027" cy="423113"/>
      </dsp:txXfrm>
    </dsp:sp>
    <dsp:sp modelId="{3590F7F1-98DC-4533-9178-7ABB45012DA1}">
      <dsp:nvSpPr>
        <dsp:cNvPr id="0" name=""/>
        <dsp:cNvSpPr/>
      </dsp:nvSpPr>
      <dsp:spPr>
        <a:xfrm>
          <a:off x="3808908" y="1601468"/>
          <a:ext cx="2713805" cy="46889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Function Expression</a:t>
          </a:r>
          <a:endParaRPr lang="en-IN" sz="1800" kern="1200" dirty="0"/>
        </a:p>
      </dsp:txBody>
      <dsp:txXfrm>
        <a:off x="3831797" y="1624357"/>
        <a:ext cx="2668027" cy="423113"/>
      </dsp:txXfrm>
    </dsp:sp>
    <dsp:sp modelId="{34F92390-DE78-4941-B670-86C23C6E6EF7}">
      <dsp:nvSpPr>
        <dsp:cNvPr id="0" name=""/>
        <dsp:cNvSpPr/>
      </dsp:nvSpPr>
      <dsp:spPr>
        <a:xfrm>
          <a:off x="3808908" y="2388482"/>
          <a:ext cx="2713805" cy="46889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Arrow Function</a:t>
          </a:r>
          <a:endParaRPr lang="en-IN" sz="1800" kern="1200" dirty="0"/>
        </a:p>
      </dsp:txBody>
      <dsp:txXfrm>
        <a:off x="3831797" y="2411371"/>
        <a:ext cx="2668027" cy="423113"/>
      </dsp:txXfrm>
    </dsp:sp>
    <dsp:sp modelId="{77225221-7555-405F-B1BB-9F7867EDAEC9}">
      <dsp:nvSpPr>
        <dsp:cNvPr id="0" name=""/>
        <dsp:cNvSpPr/>
      </dsp:nvSpPr>
      <dsp:spPr>
        <a:xfrm>
          <a:off x="3808908" y="3023132"/>
          <a:ext cx="2713805" cy="46889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/>
            <a:t>IIFE</a:t>
          </a:r>
          <a:endParaRPr lang="en-IN" sz="1800" kern="1200"/>
        </a:p>
      </dsp:txBody>
      <dsp:txXfrm>
        <a:off x="3831797" y="3046021"/>
        <a:ext cx="2668027" cy="423113"/>
      </dsp:txXfrm>
    </dsp:sp>
    <dsp:sp modelId="{16DE956C-26F8-429E-ACAB-CA24EDD1C3ED}">
      <dsp:nvSpPr>
        <dsp:cNvPr id="0" name=""/>
        <dsp:cNvSpPr/>
      </dsp:nvSpPr>
      <dsp:spPr>
        <a:xfrm>
          <a:off x="3808908" y="3733964"/>
          <a:ext cx="2713805" cy="46889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 err="1"/>
            <a:t>Callback</a:t>
          </a:r>
          <a:r>
            <a:rPr lang="en-IN" sz="1800" b="0" i="0" kern="1200" dirty="0"/>
            <a:t> Function</a:t>
          </a:r>
          <a:endParaRPr lang="en-IN" sz="1800" kern="1200" dirty="0"/>
        </a:p>
      </dsp:txBody>
      <dsp:txXfrm>
        <a:off x="3831797" y="3756853"/>
        <a:ext cx="2668027" cy="423113"/>
      </dsp:txXfrm>
    </dsp:sp>
    <dsp:sp modelId="{6C865D66-C8FB-4C2F-B4E8-3AEF71711B94}">
      <dsp:nvSpPr>
        <dsp:cNvPr id="0" name=""/>
        <dsp:cNvSpPr/>
      </dsp:nvSpPr>
      <dsp:spPr>
        <a:xfrm>
          <a:off x="3808908" y="4444796"/>
          <a:ext cx="2713805" cy="468891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Higher-Order Function</a:t>
          </a:r>
          <a:endParaRPr lang="en-IN" sz="1800" kern="1200" dirty="0"/>
        </a:p>
      </dsp:txBody>
      <dsp:txXfrm>
        <a:off x="3831797" y="4467685"/>
        <a:ext cx="2668027" cy="4231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438ACC-B12F-4026-93D7-A133D17E602C}">
      <dsp:nvSpPr>
        <dsp:cNvPr id="0" name=""/>
        <dsp:cNvSpPr/>
      </dsp:nvSpPr>
      <dsp:spPr>
        <a:xfrm>
          <a:off x="403867" y="1637084"/>
          <a:ext cx="1896873" cy="9484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Object</a:t>
          </a:r>
          <a:endParaRPr lang="en-IN" sz="1800" kern="1200" dirty="0"/>
        </a:p>
      </dsp:txBody>
      <dsp:txXfrm>
        <a:off x="431646" y="1664863"/>
        <a:ext cx="1841315" cy="892878"/>
      </dsp:txXfrm>
    </dsp:sp>
    <dsp:sp modelId="{A777825A-C574-4C37-B1D5-E417AC512871}">
      <dsp:nvSpPr>
        <dsp:cNvPr id="0" name=""/>
        <dsp:cNvSpPr/>
      </dsp:nvSpPr>
      <dsp:spPr>
        <a:xfrm rot="17692822">
          <a:off x="1778398" y="1273061"/>
          <a:ext cx="180343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803433" y="2021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2635029" y="1248190"/>
        <a:ext cx="90171" cy="90171"/>
      </dsp:txXfrm>
    </dsp:sp>
    <dsp:sp modelId="{74AF17F8-11C5-4C4D-9889-4D709BEFA36E}">
      <dsp:nvSpPr>
        <dsp:cNvPr id="0" name=""/>
        <dsp:cNvSpPr/>
      </dsp:nvSpPr>
      <dsp:spPr>
        <a:xfrm>
          <a:off x="3059490" y="1030"/>
          <a:ext cx="1896873" cy="9484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String/ number/ </a:t>
          </a:r>
          <a:r>
            <a:rPr lang="en-IN" sz="1800" b="0" i="0" kern="1200" dirty="0" err="1"/>
            <a:t>boolean</a:t>
          </a:r>
          <a:r>
            <a:rPr lang="en-IN" sz="1800" b="0" i="0" kern="1200" dirty="0"/>
            <a:t>/ null/ undefined</a:t>
          </a:r>
          <a:endParaRPr lang="en-IN" sz="1800" kern="1200" dirty="0"/>
        </a:p>
      </dsp:txBody>
      <dsp:txXfrm>
        <a:off x="3087269" y="28809"/>
        <a:ext cx="1841315" cy="892878"/>
      </dsp:txXfrm>
    </dsp:sp>
    <dsp:sp modelId="{FA016B54-12CF-40F2-ACCB-DCF3A2D8940B}">
      <dsp:nvSpPr>
        <dsp:cNvPr id="0" name=""/>
        <dsp:cNvSpPr/>
      </dsp:nvSpPr>
      <dsp:spPr>
        <a:xfrm rot="19390530">
          <a:off x="2206178" y="1807026"/>
          <a:ext cx="94787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47873" y="2021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2656418" y="1803544"/>
        <a:ext cx="47393" cy="47393"/>
      </dsp:txXfrm>
    </dsp:sp>
    <dsp:sp modelId="{3744B4FA-EDFC-41A1-A9AF-233C48BE97B5}">
      <dsp:nvSpPr>
        <dsp:cNvPr id="0" name=""/>
        <dsp:cNvSpPr/>
      </dsp:nvSpPr>
      <dsp:spPr>
        <a:xfrm>
          <a:off x="3059490" y="1068961"/>
          <a:ext cx="1896873" cy="9484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Array</a:t>
          </a:r>
          <a:endParaRPr lang="en-IN" sz="1800" kern="1200" dirty="0"/>
        </a:p>
      </dsp:txBody>
      <dsp:txXfrm>
        <a:off x="3087269" y="1096740"/>
        <a:ext cx="1841315" cy="892878"/>
      </dsp:txXfrm>
    </dsp:sp>
    <dsp:sp modelId="{61910056-D8A4-47E6-A9B6-D2C93D7424FF}">
      <dsp:nvSpPr>
        <dsp:cNvPr id="0" name=""/>
        <dsp:cNvSpPr/>
      </dsp:nvSpPr>
      <dsp:spPr>
        <a:xfrm rot="2074011">
          <a:off x="2221109" y="2347013"/>
          <a:ext cx="90215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02153" y="2021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2649632" y="2344674"/>
        <a:ext cx="45107" cy="45107"/>
      </dsp:txXfrm>
    </dsp:sp>
    <dsp:sp modelId="{1FEA855C-C1DE-4708-9040-6BA8817FF69B}">
      <dsp:nvSpPr>
        <dsp:cNvPr id="0" name=""/>
        <dsp:cNvSpPr/>
      </dsp:nvSpPr>
      <dsp:spPr>
        <a:xfrm>
          <a:off x="3043632" y="2148936"/>
          <a:ext cx="1896873" cy="9484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Function</a:t>
          </a:r>
          <a:endParaRPr lang="en-IN" sz="1800" kern="1200" dirty="0"/>
        </a:p>
      </dsp:txBody>
      <dsp:txXfrm>
        <a:off x="3071411" y="2176715"/>
        <a:ext cx="1841315" cy="892878"/>
      </dsp:txXfrm>
    </dsp:sp>
    <dsp:sp modelId="{4A4155C0-70DD-4661-BCC8-0BF954A053BD}">
      <dsp:nvSpPr>
        <dsp:cNvPr id="0" name=""/>
        <dsp:cNvSpPr/>
      </dsp:nvSpPr>
      <dsp:spPr>
        <a:xfrm rot="3907178">
          <a:off x="1778398" y="2909114"/>
          <a:ext cx="180343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803433" y="20214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2635029" y="2884243"/>
        <a:ext cx="90171" cy="90171"/>
      </dsp:txXfrm>
    </dsp:sp>
    <dsp:sp modelId="{2E95151C-B502-4C41-A713-E881D229C78E}">
      <dsp:nvSpPr>
        <dsp:cNvPr id="0" name=""/>
        <dsp:cNvSpPr/>
      </dsp:nvSpPr>
      <dsp:spPr>
        <a:xfrm>
          <a:off x="3059490" y="3273137"/>
          <a:ext cx="1896873" cy="9484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Object</a:t>
          </a:r>
          <a:endParaRPr lang="en-IN" sz="1800" kern="1200" dirty="0"/>
        </a:p>
      </dsp:txBody>
      <dsp:txXfrm>
        <a:off x="3087269" y="3300916"/>
        <a:ext cx="1841315" cy="8928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45101C-E40F-416B-BE08-CE09BEB812F7}">
      <dsp:nvSpPr>
        <dsp:cNvPr id="0" name=""/>
        <dsp:cNvSpPr/>
      </dsp:nvSpPr>
      <dsp:spPr>
        <a:xfrm>
          <a:off x="1586052" y="2288180"/>
          <a:ext cx="507031" cy="14573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3515" y="0"/>
              </a:lnTo>
              <a:lnTo>
                <a:pt x="253515" y="1457323"/>
              </a:lnTo>
              <a:lnTo>
                <a:pt x="507031" y="1457323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1800993" y="2978267"/>
        <a:ext cx="77150" cy="77150"/>
      </dsp:txXfrm>
    </dsp:sp>
    <dsp:sp modelId="{C346E769-68C7-4F6D-9B46-9A8A0A180E58}">
      <dsp:nvSpPr>
        <dsp:cNvPr id="0" name=""/>
        <dsp:cNvSpPr/>
      </dsp:nvSpPr>
      <dsp:spPr>
        <a:xfrm>
          <a:off x="1586052" y="2288180"/>
          <a:ext cx="504970" cy="7177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2485" y="0"/>
              </a:lnTo>
              <a:lnTo>
                <a:pt x="252485" y="717771"/>
              </a:lnTo>
              <a:lnTo>
                <a:pt x="504970" y="71777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1816598" y="2625126"/>
        <a:ext cx="43880" cy="43880"/>
      </dsp:txXfrm>
    </dsp:sp>
    <dsp:sp modelId="{1A4A4B51-F962-4272-8CAC-B20EC58104F3}">
      <dsp:nvSpPr>
        <dsp:cNvPr id="0" name=""/>
        <dsp:cNvSpPr/>
      </dsp:nvSpPr>
      <dsp:spPr>
        <a:xfrm>
          <a:off x="1586052" y="2221312"/>
          <a:ext cx="5049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66868"/>
              </a:moveTo>
              <a:lnTo>
                <a:pt x="252485" y="66868"/>
              </a:lnTo>
              <a:lnTo>
                <a:pt x="252485" y="45720"/>
              </a:lnTo>
              <a:lnTo>
                <a:pt x="504970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1825902" y="2254397"/>
        <a:ext cx="25270" cy="25270"/>
      </dsp:txXfrm>
    </dsp:sp>
    <dsp:sp modelId="{D21607C4-3B7A-4DE4-8B5E-84614A63E215}">
      <dsp:nvSpPr>
        <dsp:cNvPr id="0" name=""/>
        <dsp:cNvSpPr/>
      </dsp:nvSpPr>
      <dsp:spPr>
        <a:xfrm>
          <a:off x="1586052" y="1528743"/>
          <a:ext cx="507031" cy="759437"/>
        </a:xfrm>
        <a:custGeom>
          <a:avLst/>
          <a:gdLst/>
          <a:ahLst/>
          <a:cxnLst/>
          <a:rect l="0" t="0" r="0" b="0"/>
          <a:pathLst>
            <a:path>
              <a:moveTo>
                <a:pt x="0" y="759437"/>
              </a:moveTo>
              <a:lnTo>
                <a:pt x="253515" y="759437"/>
              </a:lnTo>
              <a:lnTo>
                <a:pt x="253515" y="0"/>
              </a:lnTo>
              <a:lnTo>
                <a:pt x="507031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1816740" y="1885633"/>
        <a:ext cx="45657" cy="45657"/>
      </dsp:txXfrm>
    </dsp:sp>
    <dsp:sp modelId="{EA45F4CD-CC90-417E-9FB0-15C4BD4D3F8B}">
      <dsp:nvSpPr>
        <dsp:cNvPr id="0" name=""/>
        <dsp:cNvSpPr/>
      </dsp:nvSpPr>
      <dsp:spPr>
        <a:xfrm>
          <a:off x="1586052" y="789192"/>
          <a:ext cx="504970" cy="1498988"/>
        </a:xfrm>
        <a:custGeom>
          <a:avLst/>
          <a:gdLst/>
          <a:ahLst/>
          <a:cxnLst/>
          <a:rect l="0" t="0" r="0" b="0"/>
          <a:pathLst>
            <a:path>
              <a:moveTo>
                <a:pt x="0" y="1498988"/>
              </a:moveTo>
              <a:lnTo>
                <a:pt x="252485" y="1498988"/>
              </a:lnTo>
              <a:lnTo>
                <a:pt x="252485" y="0"/>
              </a:lnTo>
              <a:lnTo>
                <a:pt x="504970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1798994" y="1499142"/>
        <a:ext cx="79087" cy="79087"/>
      </dsp:txXfrm>
    </dsp:sp>
    <dsp:sp modelId="{3B93F02A-B45C-477D-83A7-403F7366C79A}">
      <dsp:nvSpPr>
        <dsp:cNvPr id="0" name=""/>
        <dsp:cNvSpPr/>
      </dsp:nvSpPr>
      <dsp:spPr>
        <a:xfrm>
          <a:off x="-74003" y="1496184"/>
          <a:ext cx="1736120" cy="1583991"/>
        </a:xfrm>
        <a:prstGeom prst="flowChartAlternateProcess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Use of Asynchronous Operations</a:t>
          </a:r>
        </a:p>
      </dsp:txBody>
      <dsp:txXfrm>
        <a:off x="3320" y="1573507"/>
        <a:ext cx="1581474" cy="1429345"/>
      </dsp:txXfrm>
    </dsp:sp>
    <dsp:sp modelId="{0A9FA974-94DE-468C-BFD1-EC004E2CB79A}">
      <dsp:nvSpPr>
        <dsp:cNvPr id="0" name=""/>
        <dsp:cNvSpPr/>
      </dsp:nvSpPr>
      <dsp:spPr>
        <a:xfrm>
          <a:off x="2091023" y="515953"/>
          <a:ext cx="2524854" cy="546477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Fetching Data from API</a:t>
          </a:r>
          <a:endParaRPr lang="en-IN" sz="1600" kern="1200" dirty="0"/>
        </a:p>
      </dsp:txBody>
      <dsp:txXfrm>
        <a:off x="2117699" y="542629"/>
        <a:ext cx="2471502" cy="493125"/>
      </dsp:txXfrm>
    </dsp:sp>
    <dsp:sp modelId="{8F43953D-B915-49FF-93DB-A7251CE13CB3}">
      <dsp:nvSpPr>
        <dsp:cNvPr id="0" name=""/>
        <dsp:cNvSpPr/>
      </dsp:nvSpPr>
      <dsp:spPr>
        <a:xfrm>
          <a:off x="2093084" y="1255505"/>
          <a:ext cx="2524854" cy="546477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dirty="0"/>
            <a:t>Downloading Files</a:t>
          </a:r>
          <a:endParaRPr lang="en-IN" sz="1600" kern="1200" dirty="0"/>
        </a:p>
      </dsp:txBody>
      <dsp:txXfrm>
        <a:off x="2119760" y="1282181"/>
        <a:ext cx="2471502" cy="493125"/>
      </dsp:txXfrm>
    </dsp:sp>
    <dsp:sp modelId="{E2187389-56AC-426A-8E8A-A29C1C8018A5}">
      <dsp:nvSpPr>
        <dsp:cNvPr id="0" name=""/>
        <dsp:cNvSpPr/>
      </dsp:nvSpPr>
      <dsp:spPr>
        <a:xfrm>
          <a:off x="2091023" y="1993793"/>
          <a:ext cx="2524854" cy="546477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Uploading Files</a:t>
          </a:r>
        </a:p>
      </dsp:txBody>
      <dsp:txXfrm>
        <a:off x="2117699" y="2020469"/>
        <a:ext cx="2471502" cy="493125"/>
      </dsp:txXfrm>
    </dsp:sp>
    <dsp:sp modelId="{DA358CE7-B212-4B65-A113-E7274938D296}">
      <dsp:nvSpPr>
        <dsp:cNvPr id="0" name=""/>
        <dsp:cNvSpPr/>
      </dsp:nvSpPr>
      <dsp:spPr>
        <a:xfrm>
          <a:off x="2091023" y="2732714"/>
          <a:ext cx="2524854" cy="546477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dirty="0"/>
            <a:t>Animations and Transitions</a:t>
          </a:r>
          <a:endParaRPr lang="en-IN" sz="1600" kern="1200" dirty="0"/>
        </a:p>
      </dsp:txBody>
      <dsp:txXfrm>
        <a:off x="2117700" y="2759391"/>
        <a:ext cx="2471500" cy="493123"/>
      </dsp:txXfrm>
    </dsp:sp>
    <dsp:sp modelId="{7C275F53-A860-46C3-9920-B327785BEC7F}">
      <dsp:nvSpPr>
        <dsp:cNvPr id="0" name=""/>
        <dsp:cNvSpPr/>
      </dsp:nvSpPr>
      <dsp:spPr>
        <a:xfrm>
          <a:off x="2093084" y="3472265"/>
          <a:ext cx="2524854" cy="546477"/>
        </a:xfrm>
        <a:prstGeom prst="flowChartAlternateProcess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dirty="0"/>
            <a:t>Time taking operations…</a:t>
          </a:r>
          <a:endParaRPr lang="en-IN" sz="1600" kern="1200" dirty="0"/>
        </a:p>
      </dsp:txBody>
      <dsp:txXfrm>
        <a:off x="2119760" y="3498941"/>
        <a:ext cx="2471502" cy="4931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5EC99F-A46A-435B-9AA2-C684EECF02D2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717A7-3CB9-406C-834A-F28B3BAD0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986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63CDB5-C4D5-4741-8E11-C73D0147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882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63CDB5-C4D5-4741-8E11-C73D01471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104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5400" b="0" kern="100" dirty="0">
              <a:effectLst/>
              <a:latin typeface="Söhne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569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5400" b="0" kern="100" dirty="0">
              <a:effectLst/>
              <a:latin typeface="Söhne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9103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938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"3"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2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// Output: '3'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"0"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// Output: '1'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"3"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28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// Output: '2'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319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//try block contains the code that might throw an error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someUndefinedVariable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//catch block is where the error is handled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  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'An error occurred:'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//finally block to execute code regardless of whether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//an error </a:t>
            </a:r>
            <a:r>
              <a:rPr lang="en-IN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occured</a:t>
            </a: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or not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"finally executed"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//Output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//An error occurred: </a:t>
            </a:r>
            <a:r>
              <a:rPr lang="en-IN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someUndefinedVariable</a:t>
            </a: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is not defined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//finally executed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166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Spread Operator Examples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1, 2, 3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Copying an array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originalArray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copiedArray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originalArray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copiedArray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[1, 2, 3]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Merging arrays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array1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array2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mergedArray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array1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array2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mergedArray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[1, 2, 3, 4, 5]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Passing multiple arguments to a function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9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15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45623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Rest Operator Example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IN" sz="9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restArguments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1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2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remaining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[3, 4, 5]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067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180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13846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76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Example array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'apple'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'banana'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'orange'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Array </a:t>
            </a:r>
            <a:r>
              <a:rPr lang="en-IN" sz="9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destructuring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firstFruit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secondFruit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thirdFruit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firstFruit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"apple"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secondFruit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"banana"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thirdFruit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"orange"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024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Example array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'apple'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'banana'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'orange'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Array </a:t>
            </a:r>
            <a:r>
              <a:rPr lang="en-IN" sz="9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destructuring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firstFruit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secondFruit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thirdFruit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9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firstFruit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"apple"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secondFruit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"banana"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9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9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6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thirdFruit</a:t>
            </a:r>
            <a: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9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"orange"</a:t>
            </a: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9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9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8865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//Q. What is function in JS?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//A function is a reusable block of code that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//performs a specific task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//Function example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//Call Function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//Output: 15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9531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//Q. What is function in JS?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//A function is a reusable block of code that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//performs a specific task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//Function example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//Call Function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//Output: 15</a:t>
            </a:r>
            <a:endParaRPr lang="en-US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832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Named function </a:t>
            </a:r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//Function declaration</a:t>
            </a:r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4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IN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8</a:t>
            </a:r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Anonymous function</a:t>
            </a:r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4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}(</a:t>
            </a:r>
            <a:r>
              <a:rPr lang="en-IN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4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IN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20</a:t>
            </a:r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2974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Anonymous function expression 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8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Named function expression 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addNamed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addNamed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8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2996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Traditional approach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8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Arrow function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addArrow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addArrow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8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9402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8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operation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multiply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substract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divide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b="0" dirty="0">
              <a:solidFill>
                <a:schemeClr val="bg1"/>
              </a:solidFill>
              <a:ea typeface="+mn-ea"/>
              <a:cs typeface="+mn-cs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b="0" dirty="0">
              <a:solidFill>
                <a:schemeClr val="bg1"/>
              </a:solidFill>
              <a:ea typeface="+mn-ea"/>
              <a:cs typeface="+mn-cs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0" dirty="0">
                <a:solidFill>
                  <a:schemeClr val="bg1"/>
                </a:solidFill>
                <a:ea typeface="+mn-ea"/>
                <a:cs typeface="+mn-cs"/>
              </a:rPr>
              <a:t> 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b="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+mn-ea"/>
              <a:cs typeface="+mn-cs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1094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51629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Pure function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8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Same Output: 8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Impure function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addToTotal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addToTotal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5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addToTotal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  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Not same output: 10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1548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Backticks (`)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//Template literals with string interpolation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myname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"Happy"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str3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`Hello 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myname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!`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Backticks (`)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//Template literals for multiline strings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multilineStr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This is a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multiline string.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25196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7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3142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7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//Object Example</a:t>
            </a:r>
            <a:endParaRPr lang="en-IN" sz="7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7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7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7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7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7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"Happy"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7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hobbies: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7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"Teaching"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7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"Football"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7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"Coding"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7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IN" sz="7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7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7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7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7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"Name: "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7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7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7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7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7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7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7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IN" sz="7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"Happy"</a:t>
            </a:r>
            <a:endParaRPr lang="en-IN" sz="7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7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7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7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7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7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hobbies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7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]); </a:t>
            </a:r>
          </a:p>
          <a:p>
            <a:r>
              <a:rPr lang="en-IN" sz="7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"Football"</a:t>
            </a:r>
            <a:endParaRPr lang="en-IN" sz="7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7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7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7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en-IN" sz="7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"Name: Happy"</a:t>
            </a:r>
            <a:endParaRPr lang="en-IN" sz="7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7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7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6254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Array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fruits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Object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"Amit"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age: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city: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"Delhi"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59226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//Blank object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Adding Properties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"Happy"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"India"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Modifying Properties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Deleting Properties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//{name: 'Happy', country: 'India'}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5242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4080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"Start"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Function1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Function2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"End"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Time taking function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Function1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Loading Data from an API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Uploading Files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Animations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Function2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1272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482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40741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28052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53071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5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5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5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5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5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5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5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5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5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"Running"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}, </a:t>
            </a:r>
            <a:r>
              <a:rPr lang="en-IN" sz="5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5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5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5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5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"Starting..."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5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5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5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5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5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5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5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5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blocked"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5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br>
              <a:rPr lang="en-IN" sz="5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5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6183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class example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${this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2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Creating objects from the class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person1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person2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Accessing properties and calling methods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person1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"Alice"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person2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IN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Output: "Bob - 30"</a:t>
            </a: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2743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b="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9223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class example</a:t>
            </a:r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4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${this</a:t>
            </a:r>
            <a:r>
              <a:rPr lang="en-IN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person1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"Happy"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person1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constructor function</a:t>
            </a:r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4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4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IN" sz="4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Object</a:t>
            </a:r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4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sayHello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4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IN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4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8D72E9-802F-475F-A399-3315A32CEF88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015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8F64B-A7C3-35C3-A676-F576865BA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3D2B-F4FC-A646-9507-A5499B893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37FE8-DED8-3517-4860-00E19F97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5D0F1-BC1F-22B4-EABC-29D41762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A9B-01EA-BF57-5F20-3FC3A5627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60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6B407-3952-3F2B-D8FE-9766A281D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DDAD-9A61-6296-50EC-2998B7B74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A0D4D-2691-5D35-CBC4-41372DB5F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71227-18DD-9D73-7D4D-0D81A1535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DAB1D-86EF-CFDF-898E-474520A2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34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412C-3DCD-0A69-ED50-6BB8E428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02C38-FF2A-41F0-FD12-8AF8DBA87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2A826-9091-EE32-D137-D5A4382F3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58736-373F-EC48-551C-0178BF090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F1AEC-647B-2452-0131-B3767769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298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2B9A9-81CF-2DC7-16A3-9492AE78D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26730-4270-24FC-0253-C0E0E3AEE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974E6-3573-D72F-7407-C8CA427C7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64754-84FA-D0DD-2D10-D7D3383E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C7822-5CD2-05D5-E191-78C8BE8E4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6E782-5366-92A1-46FF-9BB6D42F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154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E666-8575-8749-7698-015EDCF2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AC7D8-F50C-161A-A8D0-5794CAE55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413AD-E5DF-2166-EDE4-B86715E27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9C540-9DC2-3391-7730-D61473932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369BE-C658-5BBA-0215-97CC48126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641F9-F16B-F754-BEF3-5CDCD50D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3364D7-301F-627D-669C-474205CAE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30B3ED-AABA-C265-CE26-77DAA6DA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42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2F1B-3057-EC27-4ABB-0CC9A5F9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746A0D-29E6-AFDD-790C-A2083557D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1B420-621D-24B2-7EAA-2589C20C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945283-5E44-1D80-BD09-94C446C84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66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CD749-93BF-0665-4AB0-60F5A533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5B279A-BB6F-39F9-3534-B6D82471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ECAC-9798-1151-4CE4-046211CB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58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8B39-8875-1056-F202-543BF471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0F62B-E920-6009-BDB8-C3BAA0D3F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D2332-D6BD-AEF0-933F-86A7ACE4E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E1FED-91CA-1994-E692-BED79203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888D0-4D1C-D05F-9AC3-D7114BA8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C834A-48E6-1C42-5CC3-1872CF02E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23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B913-56FC-BFBA-DD4E-4F7814B1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4489BB-8A00-577A-F38C-C6714A792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4A2C0-74FF-99D9-8546-A05ED4D30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67401-2090-85A7-F288-CC4FF4DF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A9C09-909F-E971-91A5-B863A1EC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78D4-3BC6-73A6-2CB6-861CABE3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62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10C30-2FE7-4E1B-D13B-0FBCAE17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7D723-ED04-FF3A-CA0A-C845B9D89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0FDA2-9A7A-A1E3-424D-6B188228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8FD85-DBAD-96BE-55A4-1A6329DDB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92677-E8B4-AB00-5CB5-51F9082B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01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6C520-BEA6-3BBE-0BED-DE3F7CEBA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A156B-E675-14B1-B7BC-E4591B8B4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FE54E-2400-527F-0ECF-300014650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EE262-6341-AC8C-CAB1-5A14B8FF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DF345-0AC1-38CD-CC9B-3F46AF36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54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BAA728-CE31-5948-A292-14FA07E5D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1433C-3EBE-2625-BEAC-A73B7E6DC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2B53A-BCF7-0CC3-8E6A-4AAF45E7B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7B667-B99B-4EDA-8217-6C3A5978D7DE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65E92-5F04-3716-5A6E-D98240684F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618A-4032-7CED-93D6-07AB9C9BE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E06F1-9333-4A73-BBDF-4FB27CB955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526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13" Type="http://schemas.openxmlformats.org/officeDocument/2006/relationships/slide" Target="slide21.xml"/><Relationship Id="rId18" Type="http://schemas.openxmlformats.org/officeDocument/2006/relationships/slide" Target="slide2.xml"/><Relationship Id="rId3" Type="http://schemas.openxmlformats.org/officeDocument/2006/relationships/slide" Target="slide4.xml"/><Relationship Id="rId7" Type="http://schemas.openxmlformats.org/officeDocument/2006/relationships/slide" Target="slide11.xml"/><Relationship Id="rId12" Type="http://schemas.openxmlformats.org/officeDocument/2006/relationships/slide" Target="slide20.xml"/><Relationship Id="rId17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.gif"/><Relationship Id="rId1" Type="http://schemas.openxmlformats.org/officeDocument/2006/relationships/slideLayout" Target="../slideLayouts/slideLayout6.xml"/><Relationship Id="rId6" Type="http://schemas.openxmlformats.org/officeDocument/2006/relationships/slide" Target="slide9.xml"/><Relationship Id="rId11" Type="http://schemas.openxmlformats.org/officeDocument/2006/relationships/slide" Target="slide19.xml"/><Relationship Id="rId5" Type="http://schemas.openxmlformats.org/officeDocument/2006/relationships/slide" Target="slide8.xml"/><Relationship Id="rId15" Type="http://schemas.openxmlformats.org/officeDocument/2006/relationships/slide" Target="slide23.xml"/><Relationship Id="rId10" Type="http://schemas.openxmlformats.org/officeDocument/2006/relationships/slide" Target="slide18.xml"/><Relationship Id="rId4" Type="http://schemas.openxmlformats.org/officeDocument/2006/relationships/slide" Target="slide6.xml"/><Relationship Id="rId9" Type="http://schemas.openxmlformats.org/officeDocument/2006/relationships/slide" Target="slide16.xml"/><Relationship Id="rId14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13" Type="http://schemas.openxmlformats.org/officeDocument/2006/relationships/slide" Target="slide37.xml"/><Relationship Id="rId3" Type="http://schemas.openxmlformats.org/officeDocument/2006/relationships/slide" Target="slide24.xml"/><Relationship Id="rId7" Type="http://schemas.openxmlformats.org/officeDocument/2006/relationships/slide" Target="slide29.xml"/><Relationship Id="rId12" Type="http://schemas.openxmlformats.org/officeDocument/2006/relationships/slide" Target="slide36.xml"/><Relationship Id="rId17" Type="http://schemas.openxmlformats.org/officeDocument/2006/relationships/slide" Target="slide2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6.xml"/><Relationship Id="rId6" Type="http://schemas.openxmlformats.org/officeDocument/2006/relationships/slide" Target="slide28.xml"/><Relationship Id="rId11" Type="http://schemas.openxmlformats.org/officeDocument/2006/relationships/slide" Target="slide35.xml"/><Relationship Id="rId5" Type="http://schemas.openxmlformats.org/officeDocument/2006/relationships/slide" Target="slide27.xml"/><Relationship Id="rId15" Type="http://schemas.openxmlformats.org/officeDocument/2006/relationships/image" Target="../media/image3.gif"/><Relationship Id="rId10" Type="http://schemas.openxmlformats.org/officeDocument/2006/relationships/slide" Target="slide33.xml"/><Relationship Id="rId4" Type="http://schemas.openxmlformats.org/officeDocument/2006/relationships/slide" Target="slide25.xml"/><Relationship Id="rId9" Type="http://schemas.openxmlformats.org/officeDocument/2006/relationships/slide" Target="slide32.xml"/><Relationship Id="rId14" Type="http://schemas.openxmlformats.org/officeDocument/2006/relationships/slide" Target="slide3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slide" Target="slid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slide" Target="slide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5" Type="http://schemas.openxmlformats.org/officeDocument/2006/relationships/image" Target="../media/image6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slide" Target="slide2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slide" Target="slide2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59.png"/><Relationship Id="rId7" Type="http://schemas.openxmlformats.org/officeDocument/2006/relationships/image" Target="../media/image63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65.jpeg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slide" Target="slide2.xml"/><Relationship Id="rId4" Type="http://schemas.openxmlformats.org/officeDocument/2006/relationships/image" Target="../media/image68.png"/><Relationship Id="rId9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6.png"/><Relationship Id="rId4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7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6" name="Rectangle 1075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664F17-86BC-AFDE-A5E6-24CF9BD8BEDA}"/>
              </a:ext>
            </a:extLst>
          </p:cNvPr>
          <p:cNvSpPr/>
          <p:nvPr/>
        </p:nvSpPr>
        <p:spPr>
          <a:xfrm>
            <a:off x="639656" y="4371953"/>
            <a:ext cx="10909640" cy="1065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cap="none" spc="0" dirty="0">
                <a:ln w="22225">
                  <a:solidFill>
                    <a:schemeClr val="accent2"/>
                  </a:solidFill>
                  <a:prstDash val="solid"/>
                </a:ln>
                <a:effectLst/>
                <a:latin typeface="+mj-lt"/>
                <a:ea typeface="+mj-ea"/>
                <a:cs typeface="+mj-cs"/>
              </a:rPr>
              <a:t>Front End Development Framework</a:t>
            </a:r>
          </a:p>
        </p:txBody>
      </p:sp>
      <p:pic>
        <p:nvPicPr>
          <p:cNvPr id="1028" name="Picture 4" descr="KLH Bachupally">
            <a:extLst>
              <a:ext uri="{FF2B5EF4-FFF2-40B4-BE49-F238E27FC236}">
                <a16:creationId xmlns:a16="http://schemas.microsoft.com/office/drawing/2014/main" id="{7438B83B-69DD-EEEB-F29D-2BD339544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807964"/>
            <a:ext cx="5614416" cy="291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AFABF9-BD82-310C-FD4F-362CEB7692E6}"/>
              </a:ext>
            </a:extLst>
          </p:cNvPr>
          <p:cNvSpPr/>
          <p:nvPr/>
        </p:nvSpPr>
        <p:spPr>
          <a:xfrm>
            <a:off x="504678" y="5337531"/>
            <a:ext cx="10909640" cy="10658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2060"/>
                </a:solidFill>
                <a:latin typeface="+mj-lt"/>
                <a:ea typeface="+mj-ea"/>
                <a:cs typeface="+mj-cs"/>
              </a:rPr>
              <a:t>Course Coordinator: Dr. Y Subbarayudu</a:t>
            </a:r>
            <a:endParaRPr lang="en-US" sz="51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002060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2" name="Picture 2" descr="Javascript vertical logo - Social media ...">
            <a:extLst>
              <a:ext uri="{FF2B5EF4-FFF2-40B4-BE49-F238E27FC236}">
                <a16:creationId xmlns:a16="http://schemas.microsoft.com/office/drawing/2014/main" id="{7446E787-38A1-C018-3075-6FC0A4B97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775" y="454633"/>
            <a:ext cx="3360010" cy="351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447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53355000-FC76-3CC9-B47D-3503F6C28A1D}"/>
              </a:ext>
            </a:extLst>
          </p:cNvPr>
          <p:cNvSpPr/>
          <p:nvPr/>
        </p:nvSpPr>
        <p:spPr>
          <a:xfrm flipH="1">
            <a:off x="5560104" y="1"/>
            <a:ext cx="6631892" cy="6857999"/>
          </a:xfrm>
          <a:prstGeom prst="rtTriangle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6A13D31F-C77A-D61F-AB37-281A53C76B1F}"/>
              </a:ext>
            </a:extLst>
          </p:cNvPr>
          <p:cNvSpPr txBox="1">
            <a:spLocks/>
          </p:cNvSpPr>
          <p:nvPr/>
        </p:nvSpPr>
        <p:spPr>
          <a:xfrm>
            <a:off x="238278" y="-513322"/>
            <a:ext cx="6429266" cy="15328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6F1704-0F62-8120-26B1-5F6E42A65FAD}"/>
              </a:ext>
            </a:extLst>
          </p:cNvPr>
          <p:cNvCxnSpPr/>
          <p:nvPr/>
        </p:nvCxnSpPr>
        <p:spPr>
          <a:xfrm>
            <a:off x="344283" y="1141080"/>
            <a:ext cx="6483237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B7F42C-517C-7EC9-664A-B8A4FEE4775F}"/>
              </a:ext>
            </a:extLst>
          </p:cNvPr>
          <p:cNvSpPr txBox="1"/>
          <p:nvPr/>
        </p:nvSpPr>
        <p:spPr>
          <a:xfrm>
            <a:off x="238278" y="1510221"/>
            <a:ext cx="8910916" cy="4819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Q1. What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Variables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 What is the difference between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var, let,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Q2. What are the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ypes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Conditions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statements in JS?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Q3. What is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Error Handling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JS?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Q4. What is the difference between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Spread and Rest operator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JS?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Q5. What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Arrays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JS? How to get, add &amp; remove elements from arrays?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Q6. What is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Array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Destructuring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JS?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Q7. What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Functions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JS? What are the types of function?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Q8. Difference between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Named and Anonymous functions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 When to use what?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9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Q9. What is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Function Expression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JS?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9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Q10. What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Arrow Functions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JS? What is it use?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9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Q11. What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Callback Functions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 What is it use?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9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Q12. What is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Higher-order function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JS?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9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Q13. What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Pure and Impure functions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JS?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C491FF1-8794-0265-D1E4-0388DFBA1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78" y="6312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JavaScript Essentials </a:t>
            </a:r>
            <a:endParaRPr lang="en-IN" dirty="0"/>
          </a:p>
        </p:txBody>
      </p:sp>
      <p:pic>
        <p:nvPicPr>
          <p:cNvPr id="3" name="Picture 2" descr="JavaScript Camp | JavaScript Camp">
            <a:extLst>
              <a:ext uri="{FF2B5EF4-FFF2-40B4-BE49-F238E27FC236}">
                <a16:creationId xmlns:a16="http://schemas.microsoft.com/office/drawing/2014/main" id="{8D05587D-0F06-74F1-8A33-690245805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2798" y="155365"/>
            <a:ext cx="1141080" cy="114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Best React testing libraries and tools of 2022">
            <a:extLst>
              <a:ext uri="{FF2B5EF4-FFF2-40B4-BE49-F238E27FC236}">
                <a16:creationId xmlns:a16="http://schemas.microsoft.com/office/drawing/2014/main" id="{6E21DCD9-6301-0EE1-F6B6-81DD538D7B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2" t="12827" r="22097" b="12914"/>
          <a:stretch/>
        </p:blipFill>
        <p:spPr bwMode="auto">
          <a:xfrm>
            <a:off x="11046873" y="44577"/>
            <a:ext cx="1141080" cy="114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F1454E-D46A-8E09-24F1-7FEB3019CC15}"/>
              </a:ext>
            </a:extLst>
          </p:cNvPr>
          <p:cNvSpPr txBox="1"/>
          <p:nvPr/>
        </p:nvSpPr>
        <p:spPr>
          <a:xfrm>
            <a:off x="10342731" y="6373174"/>
            <a:ext cx="19726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18" action="ppaction://hlinksldjump"/>
              </a:rPr>
              <a:t>Back to main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549396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53355000-FC76-3CC9-B47D-3503F6C28A1D}"/>
              </a:ext>
            </a:extLst>
          </p:cNvPr>
          <p:cNvSpPr/>
          <p:nvPr/>
        </p:nvSpPr>
        <p:spPr>
          <a:xfrm flipH="1">
            <a:off x="5560104" y="1"/>
            <a:ext cx="6631892" cy="6857999"/>
          </a:xfrm>
          <a:prstGeom prst="rtTriangle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8">
            <a:extLst>
              <a:ext uri="{FF2B5EF4-FFF2-40B4-BE49-F238E27FC236}">
                <a16:creationId xmlns:a16="http://schemas.microsoft.com/office/drawing/2014/main" id="{6A13D31F-C77A-D61F-AB37-281A53C76B1F}"/>
              </a:ext>
            </a:extLst>
          </p:cNvPr>
          <p:cNvSpPr txBox="1">
            <a:spLocks/>
          </p:cNvSpPr>
          <p:nvPr/>
        </p:nvSpPr>
        <p:spPr>
          <a:xfrm>
            <a:off x="238278" y="-513322"/>
            <a:ext cx="6429266" cy="15328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6F1704-0F62-8120-26B1-5F6E42A65FAD}"/>
              </a:ext>
            </a:extLst>
          </p:cNvPr>
          <p:cNvCxnSpPr/>
          <p:nvPr/>
        </p:nvCxnSpPr>
        <p:spPr>
          <a:xfrm>
            <a:off x="344283" y="1141080"/>
            <a:ext cx="6483237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B7F42C-517C-7EC9-664A-B8A4FEE4775F}"/>
              </a:ext>
            </a:extLst>
          </p:cNvPr>
          <p:cNvSpPr txBox="1"/>
          <p:nvPr/>
        </p:nvSpPr>
        <p:spPr>
          <a:xfrm>
            <a:off x="238278" y="1510221"/>
            <a:ext cx="8910916" cy="444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Q14. What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template literals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 interpolation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strings?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Q15. What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JS?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Q16. What is the difference between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 array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 object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Q17. How do you add or modify or delete properties of an object?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Q18. What is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asynchronous programming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JS? What is its use?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Q19. What is the difference between synchronous and asynchronous programming?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Q20. What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Promises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JavaScript?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Q21. How to implement Promises in JavaScript?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Q22. What is the purpose of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async/ await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 Compare it with Promises?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Q23. What are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JS?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Q24. What is a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Constructor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Q25. What is the use of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keyword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1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C491FF1-8794-0265-D1E4-0388DFBA1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278" y="6312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JavaScript Essentials </a:t>
            </a:r>
            <a:endParaRPr lang="en-IN" dirty="0"/>
          </a:p>
        </p:txBody>
      </p:sp>
      <p:pic>
        <p:nvPicPr>
          <p:cNvPr id="2" name="Picture 2" descr="JavaScript Camp | JavaScript Camp">
            <a:extLst>
              <a:ext uri="{FF2B5EF4-FFF2-40B4-BE49-F238E27FC236}">
                <a16:creationId xmlns:a16="http://schemas.microsoft.com/office/drawing/2014/main" id="{C9228871-5D0E-99E9-52A2-68D31841F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2798" y="155365"/>
            <a:ext cx="1141080" cy="114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Best React testing libraries and tools of 2022">
            <a:extLst>
              <a:ext uri="{FF2B5EF4-FFF2-40B4-BE49-F238E27FC236}">
                <a16:creationId xmlns:a16="http://schemas.microsoft.com/office/drawing/2014/main" id="{D1D89C47-742B-114E-808F-8163321601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22" t="12827" r="22097" b="12914"/>
          <a:stretch/>
        </p:blipFill>
        <p:spPr bwMode="auto">
          <a:xfrm>
            <a:off x="11046873" y="44577"/>
            <a:ext cx="1141080" cy="114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93791C-AF93-8D16-E6BF-958B075E1CF1}"/>
              </a:ext>
            </a:extLst>
          </p:cNvPr>
          <p:cNvSpPr txBox="1"/>
          <p:nvPr/>
        </p:nvSpPr>
        <p:spPr>
          <a:xfrm>
            <a:off x="10342731" y="6373174"/>
            <a:ext cx="19726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17" action="ppaction://hlinksldjump"/>
              </a:rPr>
              <a:t>Back to main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851414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52517"/>
            <a:ext cx="12192000" cy="8814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03" y="74305"/>
            <a:ext cx="9648603" cy="672146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are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variables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? What is the difference between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var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,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let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, and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const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5CBDCA-B04A-9BE9-369A-9FA0830BD408}"/>
              </a:ext>
            </a:extLst>
          </p:cNvPr>
          <p:cNvSpPr txBox="1"/>
          <p:nvPr/>
        </p:nvSpPr>
        <p:spPr>
          <a:xfrm>
            <a:off x="324103" y="1209425"/>
            <a:ext cx="5771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Variables are used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store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data.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2BC519-14E6-D947-75DB-22D7729A7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313" y="1228108"/>
            <a:ext cx="1730385" cy="350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5E4E32-569E-BDA2-8A58-7837DE0EA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681" y="230258"/>
            <a:ext cx="794050" cy="315912"/>
          </a:xfrm>
          <a:prstGeom prst="rect">
            <a:avLst/>
          </a:prstGeom>
        </p:spPr>
      </p:pic>
      <p:pic>
        <p:nvPicPr>
          <p:cNvPr id="1026" name="Picture 2" descr="How the let, const, and var Keywords Work in JavaScript">
            <a:extLst>
              <a:ext uri="{FF2B5EF4-FFF2-40B4-BE49-F238E27FC236}">
                <a16:creationId xmlns:a16="http://schemas.microsoft.com/office/drawing/2014/main" id="{A5DC559A-6AB2-C3DD-C30F-608D9C246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7" r="16452"/>
          <a:stretch/>
        </p:blipFill>
        <p:spPr bwMode="auto">
          <a:xfrm>
            <a:off x="570089" y="2028062"/>
            <a:ext cx="5030609" cy="4182181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8BBE90-E894-B4CB-455C-64B616AEF181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6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5803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52517"/>
            <a:ext cx="12192000" cy="8814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03" y="74305"/>
            <a:ext cx="9648603" cy="672146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are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variables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? What is the difference between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var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,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let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, and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const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8F3A06-3D2B-37B4-DB8F-C6C1F5D1D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425" y="1864290"/>
            <a:ext cx="2484728" cy="21705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77507F-75C7-883B-8E0C-E45D748CEB50}"/>
              </a:ext>
            </a:extLst>
          </p:cNvPr>
          <p:cNvSpPr txBox="1"/>
          <p:nvPr/>
        </p:nvSpPr>
        <p:spPr>
          <a:xfrm>
            <a:off x="7528879" y="1111721"/>
            <a:ext cx="4226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const can be assigned only once, and its value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cannot be changed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afterwards.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DAB670-F734-8A17-49B0-09DE5E4B6DF1}"/>
              </a:ext>
            </a:extLst>
          </p:cNvPr>
          <p:cNvSpPr txBox="1"/>
          <p:nvPr/>
        </p:nvSpPr>
        <p:spPr>
          <a:xfrm>
            <a:off x="324103" y="1112088"/>
            <a:ext cx="33770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var creates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function-scoped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variable.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D0159D-CD9D-715D-F5DC-8B41B441105B}"/>
              </a:ext>
            </a:extLst>
          </p:cNvPr>
          <p:cNvSpPr txBox="1"/>
          <p:nvPr/>
        </p:nvSpPr>
        <p:spPr>
          <a:xfrm>
            <a:off x="4187209" y="1123734"/>
            <a:ext cx="30457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let creates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block-scoped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variable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315691-23E6-88C2-B94C-12A175960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31" y="1864290"/>
            <a:ext cx="2955970" cy="2841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B075F7-75A4-F3DE-FE93-27E5942F414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57"/>
          <a:stretch/>
        </p:blipFill>
        <p:spPr>
          <a:xfrm>
            <a:off x="636831" y="4641760"/>
            <a:ext cx="2955970" cy="10424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FD6978-FF4E-D31A-CF75-105D68AB2E4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795"/>
          <a:stretch/>
        </p:blipFill>
        <p:spPr>
          <a:xfrm>
            <a:off x="4451431" y="1864290"/>
            <a:ext cx="2955970" cy="27774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CC59BF3-4374-075C-2479-5428ADF41C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0142" y="4641760"/>
            <a:ext cx="2977389" cy="16422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5E4E32-569E-BDA2-8A58-7837DE0EA5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681" y="230258"/>
            <a:ext cx="794050" cy="315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4C2DF5-E2D3-8CFC-F063-0B7762BDB0A1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9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26939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1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are the types of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conditions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statements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JS?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975" y="261538"/>
            <a:ext cx="794050" cy="3159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37DC6D-304B-1EE4-E9B3-9E93D887D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471" y="1526068"/>
            <a:ext cx="5253058" cy="43655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566ECF-66F7-32FF-E84C-6C1536D0FF98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59179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1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are the types of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conditions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statements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JS?</a:t>
            </a:r>
            <a:endParaRPr lang="en-IN" sz="2400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BC83B5B-4AB0-B90C-D6DD-C85BFDA15281}"/>
              </a:ext>
            </a:extLst>
          </p:cNvPr>
          <p:cNvGraphicFramePr/>
          <p:nvPr/>
        </p:nvGraphicFramePr>
        <p:xfrm>
          <a:off x="769153" y="999294"/>
          <a:ext cx="10623361" cy="187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A805F51-C531-962B-20FF-FDBEFCFB74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968" y="2893168"/>
            <a:ext cx="2644369" cy="32311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175621-4003-7CC3-CA25-92D3A54432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696" y="2893168"/>
            <a:ext cx="3322608" cy="14326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6EF25B-380D-EAC5-E04A-2771060C41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6663" y="2893169"/>
            <a:ext cx="2743766" cy="3658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975" y="261538"/>
            <a:ext cx="794050" cy="315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BA0455-077D-B6F5-561D-BE8DF3CE70B3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12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17510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F27F7D4-AE59-D94D-6B39-EA3ACED41D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703" b="62990"/>
          <a:stretch/>
        </p:blipFill>
        <p:spPr>
          <a:xfrm>
            <a:off x="5169812" y="2812333"/>
            <a:ext cx="6670276" cy="55416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Q. What is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Error Handling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in JS?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053BA0-5DEB-FC2F-4F45-3A741032916A}"/>
              </a:ext>
            </a:extLst>
          </p:cNvPr>
          <p:cNvSpPr txBox="1"/>
          <p:nvPr/>
        </p:nvSpPr>
        <p:spPr>
          <a:xfrm>
            <a:off x="550606" y="1090283"/>
            <a:ext cx="3564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 handling is the process of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managing errors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B9C927-2DC8-E9EB-E4FF-83C8027BF2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252" b="44953"/>
          <a:stretch/>
        </p:blipFill>
        <p:spPr>
          <a:xfrm>
            <a:off x="5169812" y="3341981"/>
            <a:ext cx="6670276" cy="1119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AB40C2-2BDA-7C50-4FA6-172CE7E0FE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1143" b="7180"/>
          <a:stretch/>
        </p:blipFill>
        <p:spPr>
          <a:xfrm>
            <a:off x="5169812" y="4461106"/>
            <a:ext cx="6670276" cy="695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C396E2-2F40-DCB9-AD73-37810ACA1F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472" b="70552"/>
          <a:stretch/>
        </p:blipFill>
        <p:spPr>
          <a:xfrm>
            <a:off x="5169812" y="2179209"/>
            <a:ext cx="6670276" cy="832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87DB40-9224-B23C-ED37-7EEFB66D3D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2" b="85122"/>
          <a:stretch/>
        </p:blipFill>
        <p:spPr>
          <a:xfrm>
            <a:off x="5169812" y="1382414"/>
            <a:ext cx="6670276" cy="8321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975" y="245424"/>
            <a:ext cx="794050" cy="315912"/>
          </a:xfrm>
          <a:prstGeom prst="rect">
            <a:avLst/>
          </a:prstGeom>
        </p:spPr>
      </p:pic>
      <p:pic>
        <p:nvPicPr>
          <p:cNvPr id="2052" name="Picture 4" descr="BASIC EROR HANDLING TRY CATCH FINALLY THROW IN JAVA SCRIPT | by Soner  Mezgitci | Medium">
            <a:extLst>
              <a:ext uri="{FF2B5EF4-FFF2-40B4-BE49-F238E27FC236}">
                <a16:creationId xmlns:a16="http://schemas.microsoft.com/office/drawing/2014/main" id="{F2D78D8E-FE76-A037-0E40-FFB1D7743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024" y="2006312"/>
            <a:ext cx="2729946" cy="4445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30BDC6-F97E-4100-EE85-9D4A84CC4517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6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84410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What is the difference between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Spread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Rest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operator in JS?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45850E-A080-AE1C-19E7-5E4FF29D38C5}"/>
              </a:ext>
            </a:extLst>
          </p:cNvPr>
          <p:cNvSpPr txBox="1"/>
          <p:nvPr/>
        </p:nvSpPr>
        <p:spPr>
          <a:xfrm>
            <a:off x="402477" y="1090283"/>
            <a:ext cx="49842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spread operator(...) is used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expand or spread elements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from an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iterable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(such as an array, string, or object) into individual elements.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9C2F85C-E9EF-E574-81B1-D676937D9340}"/>
              </a:ext>
            </a:extLst>
          </p:cNvPr>
          <p:cNvGraphicFramePr/>
          <p:nvPr/>
        </p:nvGraphicFramePr>
        <p:xfrm>
          <a:off x="689162" y="2327564"/>
          <a:ext cx="4984275" cy="4644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AE41F37-2F2D-FE55-2962-642118835D7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82530"/>
          <a:stretch/>
        </p:blipFill>
        <p:spPr>
          <a:xfrm>
            <a:off x="5842694" y="1041166"/>
            <a:ext cx="5946829" cy="9843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BE30E1-5849-5599-489C-C7D14547291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8665" b="59081"/>
          <a:stretch/>
        </p:blipFill>
        <p:spPr>
          <a:xfrm>
            <a:off x="5842695" y="2086967"/>
            <a:ext cx="5946829" cy="12538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294663-A844-7FBE-D058-04B834404AF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2116" b="30983"/>
          <a:stretch/>
        </p:blipFill>
        <p:spPr>
          <a:xfrm>
            <a:off x="5842694" y="3402171"/>
            <a:ext cx="5946829" cy="15156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2B3E455-BE41-D4ED-2304-6EB2F1BB0A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2694" y="4977254"/>
            <a:ext cx="5946829" cy="1790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F73CF9-2AD5-76C8-6D1B-021C884DC583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10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5160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What is the difference between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Spread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Rest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operator in JS?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45850E-A080-AE1C-19E7-5E4FF29D38C5}"/>
              </a:ext>
            </a:extLst>
          </p:cNvPr>
          <p:cNvSpPr txBox="1"/>
          <p:nvPr/>
        </p:nvSpPr>
        <p:spPr>
          <a:xfrm>
            <a:off x="132313" y="1167041"/>
            <a:ext cx="5073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rest operator is used in function parameters to collect all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remaining arguments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into an array. 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24BD8AA-0AE2-9CA2-3008-60B2CDF890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702"/>
          <a:stretch/>
        </p:blipFill>
        <p:spPr>
          <a:xfrm>
            <a:off x="5586908" y="1167041"/>
            <a:ext cx="6300292" cy="8465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C31CD0-FBA4-7BB0-331A-FE60C0CE18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493" b="-697"/>
          <a:stretch/>
        </p:blipFill>
        <p:spPr>
          <a:xfrm>
            <a:off x="5586908" y="2013613"/>
            <a:ext cx="6300292" cy="2070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C24735-CE66-E815-E90A-9BD7003E6EC8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4247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What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Arrays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in JS? How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get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add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&amp;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remove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elements from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arrays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653AFE-0C2F-4E64-B506-175511AB0AC4}"/>
              </a:ext>
            </a:extLst>
          </p:cNvPr>
          <p:cNvSpPr txBox="1"/>
          <p:nvPr/>
        </p:nvSpPr>
        <p:spPr>
          <a:xfrm>
            <a:off x="259867" y="1153237"/>
            <a:ext cx="4585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An array is a data type that allows you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store multiple values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in a single variable.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4AEB63-176B-9FDD-FD5B-C41A06D26E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13" t="1475" r="3997" b="87866"/>
          <a:stretch/>
        </p:blipFill>
        <p:spPr>
          <a:xfrm>
            <a:off x="278976" y="2172299"/>
            <a:ext cx="5114713" cy="7037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975" y="258124"/>
            <a:ext cx="794050" cy="315912"/>
          </a:xfrm>
          <a:prstGeom prst="rect">
            <a:avLst/>
          </a:prstGeom>
        </p:spPr>
      </p:pic>
      <p:pic>
        <p:nvPicPr>
          <p:cNvPr id="1026" name="Picture 2" descr="What is Array? - GeeksforGeeks">
            <a:extLst>
              <a:ext uri="{FF2B5EF4-FFF2-40B4-BE49-F238E27FC236}">
                <a16:creationId xmlns:a16="http://schemas.microsoft.com/office/drawing/2014/main" id="{278EC74E-93EC-1D7F-6717-F76A0DA7C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476" y="1189324"/>
            <a:ext cx="6385091" cy="1666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structured VS Structured Data: 4 Key Differences [Infographic]">
            <a:extLst>
              <a:ext uri="{FF2B5EF4-FFF2-40B4-BE49-F238E27FC236}">
                <a16:creationId xmlns:a16="http://schemas.microsoft.com/office/drawing/2014/main" id="{B251D15F-1BC3-E7C5-69D7-D0A112DE17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9" t="12140" r="57885" b="8789"/>
          <a:stretch/>
        </p:blipFill>
        <p:spPr bwMode="auto">
          <a:xfrm>
            <a:off x="2583110" y="3429000"/>
            <a:ext cx="2453801" cy="304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Unstructured VS Structured Data: 4 Key Differences [Infographic]">
            <a:extLst>
              <a:ext uri="{FF2B5EF4-FFF2-40B4-BE49-F238E27FC236}">
                <a16:creationId xmlns:a16="http://schemas.microsoft.com/office/drawing/2014/main" id="{8ED5BFEE-951F-6E71-EA10-A7228B407E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66" t="12140" r="9252" b="8789"/>
          <a:stretch/>
        </p:blipFill>
        <p:spPr bwMode="auto">
          <a:xfrm>
            <a:off x="6009317" y="3429000"/>
            <a:ext cx="2782704" cy="319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ABC9F2-80FF-FA51-73A2-0A9C6AA4A2D0}"/>
              </a:ext>
            </a:extLst>
          </p:cNvPr>
          <p:cNvCxnSpPr>
            <a:cxnSpLocks/>
          </p:cNvCxnSpPr>
          <p:nvPr/>
        </p:nvCxnSpPr>
        <p:spPr>
          <a:xfrm flipH="1">
            <a:off x="1790711" y="4209458"/>
            <a:ext cx="1064331" cy="697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7A31E3-1549-836A-3508-842165D5A034}"/>
              </a:ext>
            </a:extLst>
          </p:cNvPr>
          <p:cNvCxnSpPr>
            <a:cxnSpLocks/>
          </p:cNvCxnSpPr>
          <p:nvPr/>
        </p:nvCxnSpPr>
        <p:spPr>
          <a:xfrm flipH="1">
            <a:off x="1943111" y="4802910"/>
            <a:ext cx="1057275" cy="256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CF6DB9A-6320-7E17-04AA-14BD0996FC45}"/>
              </a:ext>
            </a:extLst>
          </p:cNvPr>
          <p:cNvCxnSpPr>
            <a:cxnSpLocks/>
          </p:cNvCxnSpPr>
          <p:nvPr/>
        </p:nvCxnSpPr>
        <p:spPr>
          <a:xfrm flipH="1" flipV="1">
            <a:off x="1943111" y="5254866"/>
            <a:ext cx="1114425" cy="152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778F4A-645B-8D9B-C045-D851B36D34C3}"/>
              </a:ext>
            </a:extLst>
          </p:cNvPr>
          <p:cNvCxnSpPr>
            <a:cxnSpLocks/>
          </p:cNvCxnSpPr>
          <p:nvPr/>
        </p:nvCxnSpPr>
        <p:spPr>
          <a:xfrm flipH="1" flipV="1">
            <a:off x="1852798" y="5407266"/>
            <a:ext cx="1223788" cy="6140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9E4CE8-4C9F-488C-14E9-3E9CA0A4B013}"/>
              </a:ext>
            </a:extLst>
          </p:cNvPr>
          <p:cNvCxnSpPr>
            <a:cxnSpLocks/>
          </p:cNvCxnSpPr>
          <p:nvPr/>
        </p:nvCxnSpPr>
        <p:spPr>
          <a:xfrm flipH="1">
            <a:off x="2095511" y="5040224"/>
            <a:ext cx="1419225" cy="1712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596F509-DD95-AB08-3737-732605A41ED1}"/>
              </a:ext>
            </a:extLst>
          </p:cNvPr>
          <p:cNvSpPr/>
          <p:nvPr/>
        </p:nvSpPr>
        <p:spPr>
          <a:xfrm>
            <a:off x="685811" y="4706849"/>
            <a:ext cx="1114425" cy="952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A385DC-9B89-C1FF-16E8-87AF82FF26CB}"/>
              </a:ext>
            </a:extLst>
          </p:cNvPr>
          <p:cNvCxnSpPr>
            <a:cxnSpLocks/>
          </p:cNvCxnSpPr>
          <p:nvPr/>
        </p:nvCxnSpPr>
        <p:spPr>
          <a:xfrm flipH="1">
            <a:off x="1943111" y="4455670"/>
            <a:ext cx="1376188" cy="4943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14F1328-49C1-36B8-ABB3-9BD736318594}"/>
              </a:ext>
            </a:extLst>
          </p:cNvPr>
          <p:cNvCxnSpPr>
            <a:cxnSpLocks/>
          </p:cNvCxnSpPr>
          <p:nvPr/>
        </p:nvCxnSpPr>
        <p:spPr>
          <a:xfrm flipH="1" flipV="1">
            <a:off x="2042949" y="5406363"/>
            <a:ext cx="1624187" cy="5014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674C168-2F7B-9CC0-77EA-A67FA081B0EC}"/>
              </a:ext>
            </a:extLst>
          </p:cNvPr>
          <p:cNvCxnSpPr>
            <a:cxnSpLocks/>
          </p:cNvCxnSpPr>
          <p:nvPr/>
        </p:nvCxnSpPr>
        <p:spPr>
          <a:xfrm flipH="1">
            <a:off x="1952636" y="4906723"/>
            <a:ext cx="2539569" cy="2381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D187486-073F-C725-14AC-B15CDA66CE1E}"/>
              </a:ext>
            </a:extLst>
          </p:cNvPr>
          <p:cNvCxnSpPr>
            <a:cxnSpLocks/>
          </p:cNvCxnSpPr>
          <p:nvPr/>
        </p:nvCxnSpPr>
        <p:spPr>
          <a:xfrm flipH="1">
            <a:off x="1962161" y="4303705"/>
            <a:ext cx="1858142" cy="7120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833016B-206A-10AC-BB18-4C4FF1A5298F}"/>
              </a:ext>
            </a:extLst>
          </p:cNvPr>
          <p:cNvCxnSpPr>
            <a:cxnSpLocks/>
          </p:cNvCxnSpPr>
          <p:nvPr/>
        </p:nvCxnSpPr>
        <p:spPr>
          <a:xfrm flipH="1" flipV="1">
            <a:off x="1990387" y="5357776"/>
            <a:ext cx="2421030" cy="28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15F824E-0CA0-CF81-8E17-D515F8A36424}"/>
              </a:ext>
            </a:extLst>
          </p:cNvPr>
          <p:cNvCxnSpPr>
            <a:cxnSpLocks/>
          </p:cNvCxnSpPr>
          <p:nvPr/>
        </p:nvCxnSpPr>
        <p:spPr>
          <a:xfrm>
            <a:off x="8686811" y="4365512"/>
            <a:ext cx="495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7DB1381-A0B8-9DE2-6DF4-54D05A8DAE42}"/>
              </a:ext>
            </a:extLst>
          </p:cNvPr>
          <p:cNvCxnSpPr>
            <a:cxnSpLocks/>
          </p:cNvCxnSpPr>
          <p:nvPr/>
        </p:nvCxnSpPr>
        <p:spPr>
          <a:xfrm>
            <a:off x="8686811" y="4898761"/>
            <a:ext cx="495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66ACE5-B008-DE4F-CEAD-69B62399C16B}"/>
              </a:ext>
            </a:extLst>
          </p:cNvPr>
          <p:cNvCxnSpPr>
            <a:cxnSpLocks/>
          </p:cNvCxnSpPr>
          <p:nvPr/>
        </p:nvCxnSpPr>
        <p:spPr>
          <a:xfrm>
            <a:off x="8686811" y="5417300"/>
            <a:ext cx="495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20827DF-3337-1E87-42E1-E9FAB2EC7CB3}"/>
              </a:ext>
            </a:extLst>
          </p:cNvPr>
          <p:cNvCxnSpPr>
            <a:cxnSpLocks/>
          </p:cNvCxnSpPr>
          <p:nvPr/>
        </p:nvCxnSpPr>
        <p:spPr>
          <a:xfrm>
            <a:off x="8686811" y="6021299"/>
            <a:ext cx="495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623D13B-773B-018F-87F7-BA671CA94291}"/>
              </a:ext>
            </a:extLst>
          </p:cNvPr>
          <p:cNvSpPr/>
          <p:nvPr/>
        </p:nvSpPr>
        <p:spPr>
          <a:xfrm>
            <a:off x="9196398" y="4171239"/>
            <a:ext cx="1114425" cy="350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Array1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42FAD1E-0763-C600-062A-5C5648B6E46E}"/>
              </a:ext>
            </a:extLst>
          </p:cNvPr>
          <p:cNvSpPr/>
          <p:nvPr/>
        </p:nvSpPr>
        <p:spPr>
          <a:xfrm>
            <a:off x="9196398" y="4714465"/>
            <a:ext cx="1114425" cy="350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Array2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5BE13E9-AE65-0DF2-F8B0-E43DA5D141AA}"/>
              </a:ext>
            </a:extLst>
          </p:cNvPr>
          <p:cNvSpPr/>
          <p:nvPr/>
        </p:nvSpPr>
        <p:spPr>
          <a:xfrm>
            <a:off x="9196398" y="5231262"/>
            <a:ext cx="1114425" cy="350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Array3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E1BE1FE4-D438-7AE6-1A3E-62A66429245F}"/>
              </a:ext>
            </a:extLst>
          </p:cNvPr>
          <p:cNvSpPr/>
          <p:nvPr/>
        </p:nvSpPr>
        <p:spPr>
          <a:xfrm>
            <a:off x="9182111" y="5846198"/>
            <a:ext cx="1114425" cy="350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Array4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32C3B-C3A9-94D0-B900-70DC1D1649F7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7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18675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What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Arrays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in JS? How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get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add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&amp;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remove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elements from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arrays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?</a:t>
            </a:r>
            <a:endParaRPr lang="en-IN" sz="2400" dirty="0">
              <a:solidFill>
                <a:schemeClr val="bg1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9BAEF51-C85A-0441-A814-F4D997F0035D}"/>
              </a:ext>
            </a:extLst>
          </p:cNvPr>
          <p:cNvGraphicFramePr/>
          <p:nvPr/>
        </p:nvGraphicFramePr>
        <p:xfrm>
          <a:off x="562897" y="1030125"/>
          <a:ext cx="11062365" cy="5527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975" y="258124"/>
            <a:ext cx="794050" cy="3159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497D0B-CBD0-617A-610B-3FF9FAD24205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9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05058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What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Arrays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in JS? How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get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add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&amp;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remove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elements from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arrays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975" y="258124"/>
            <a:ext cx="794050" cy="315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E2BCAF-4E0F-5EB5-0F83-8A6AE50CBF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2185"/>
          <a:stretch/>
        </p:blipFill>
        <p:spPr>
          <a:xfrm>
            <a:off x="2906483" y="2250941"/>
            <a:ext cx="6379033" cy="26563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FF2314-0559-C8F4-A68F-CB1C525C7754}"/>
              </a:ext>
            </a:extLst>
          </p:cNvPr>
          <p:cNvSpPr txBox="1"/>
          <p:nvPr/>
        </p:nvSpPr>
        <p:spPr>
          <a:xfrm>
            <a:off x="2906483" y="1881391"/>
            <a:ext cx="6379033" cy="40011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Pictorial representation of important method of arrays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75B0B-D6ED-98F4-B3DD-6CA242DC2C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771" b="22184"/>
          <a:stretch/>
        </p:blipFill>
        <p:spPr>
          <a:xfrm>
            <a:off x="2906483" y="4907281"/>
            <a:ext cx="6379033" cy="507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1362EA-02A3-FA6E-AE94-3B7C5A987D13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6207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What is </a:t>
            </a:r>
            <a:r>
              <a:rPr lang="en-US" sz="2400" b="1" dirty="0">
                <a:solidFill>
                  <a:srgbClr val="FFFF00"/>
                </a:solidFill>
                <a:latin typeface="Calibri Light" panose="020F0302020204030204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rray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  <a:r>
              <a:rPr lang="en-US" sz="2400" b="1" dirty="0">
                <a:solidFill>
                  <a:srgbClr val="FFFF00"/>
                </a:solidFill>
                <a:latin typeface="Calibri Light" panose="020F0302020204030204"/>
                <a:ea typeface="+mn-ea"/>
                <a:cs typeface="+mn-cs"/>
              </a:rPr>
              <a:t>D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estructuring</a:t>
            </a:r>
            <a:r>
              <a:rPr lang="en-US" sz="2400" b="1" dirty="0">
                <a:solidFill>
                  <a:schemeClr val="bg1"/>
                </a:solidFill>
                <a:latin typeface="Calibri Light" panose="020F0302020204030204"/>
                <a:ea typeface="+mn-ea"/>
                <a:cs typeface="+mn-cs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libri Light" panose="020F0302020204030204"/>
                <a:ea typeface="+mn-ea"/>
                <a:cs typeface="+mn-cs"/>
              </a:rPr>
              <a:t>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 JS?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5" name="Picture 4" descr="Unstructured VS Structured Data: 4 Key Differences [Infographic]">
            <a:extLst>
              <a:ext uri="{FF2B5EF4-FFF2-40B4-BE49-F238E27FC236}">
                <a16:creationId xmlns:a16="http://schemas.microsoft.com/office/drawing/2014/main" id="{2C565775-EC16-BB2F-15B2-17DC1E1132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9" t="12140" r="57885" b="8789"/>
          <a:stretch/>
        </p:blipFill>
        <p:spPr bwMode="auto">
          <a:xfrm>
            <a:off x="2633309" y="2988043"/>
            <a:ext cx="2453801" cy="304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Unstructured VS Structured Data: 4 Key Differences [Infographic]">
            <a:extLst>
              <a:ext uri="{FF2B5EF4-FFF2-40B4-BE49-F238E27FC236}">
                <a16:creationId xmlns:a16="http://schemas.microsoft.com/office/drawing/2014/main" id="{C3039BE9-AA09-866B-513F-7BCC24D83D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66" t="12140" r="9252" b="8789"/>
          <a:stretch/>
        </p:blipFill>
        <p:spPr bwMode="auto">
          <a:xfrm>
            <a:off x="7053943" y="2988043"/>
            <a:ext cx="2782704" cy="319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8D943F-BD4D-977A-2E18-22BF86FCE158}"/>
              </a:ext>
            </a:extLst>
          </p:cNvPr>
          <p:cNvCxnSpPr>
            <a:cxnSpLocks/>
          </p:cNvCxnSpPr>
          <p:nvPr/>
        </p:nvCxnSpPr>
        <p:spPr>
          <a:xfrm flipH="1">
            <a:off x="1840910" y="3768501"/>
            <a:ext cx="1064331" cy="6972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0F27E4-0837-6152-A300-975C73B5152B}"/>
              </a:ext>
            </a:extLst>
          </p:cNvPr>
          <p:cNvCxnSpPr>
            <a:cxnSpLocks/>
          </p:cNvCxnSpPr>
          <p:nvPr/>
        </p:nvCxnSpPr>
        <p:spPr>
          <a:xfrm flipH="1">
            <a:off x="1993310" y="4361953"/>
            <a:ext cx="1057275" cy="256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8F561B-E0F2-D6CF-9700-4F72CEE5AB74}"/>
              </a:ext>
            </a:extLst>
          </p:cNvPr>
          <p:cNvCxnSpPr>
            <a:cxnSpLocks/>
          </p:cNvCxnSpPr>
          <p:nvPr/>
        </p:nvCxnSpPr>
        <p:spPr>
          <a:xfrm flipH="1" flipV="1">
            <a:off x="1993310" y="4813909"/>
            <a:ext cx="1114425" cy="152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7C97D8-728F-44BF-7672-E3E470A1DEBF}"/>
              </a:ext>
            </a:extLst>
          </p:cNvPr>
          <p:cNvCxnSpPr>
            <a:cxnSpLocks/>
          </p:cNvCxnSpPr>
          <p:nvPr/>
        </p:nvCxnSpPr>
        <p:spPr>
          <a:xfrm flipH="1" flipV="1">
            <a:off x="1902997" y="4966309"/>
            <a:ext cx="1223788" cy="6140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0D2A64-5293-6F85-C74F-FBB7B1609409}"/>
              </a:ext>
            </a:extLst>
          </p:cNvPr>
          <p:cNvCxnSpPr>
            <a:cxnSpLocks/>
          </p:cNvCxnSpPr>
          <p:nvPr/>
        </p:nvCxnSpPr>
        <p:spPr>
          <a:xfrm flipH="1">
            <a:off x="2145710" y="4599267"/>
            <a:ext cx="1419225" cy="1712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75B982D-6AB7-1090-04FD-3C2550AC01CE}"/>
              </a:ext>
            </a:extLst>
          </p:cNvPr>
          <p:cNvSpPr/>
          <p:nvPr/>
        </p:nvSpPr>
        <p:spPr>
          <a:xfrm>
            <a:off x="736010" y="4265892"/>
            <a:ext cx="1114425" cy="952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Variables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027A32-0AFF-00EB-E8E1-0B02AC3A3551}"/>
              </a:ext>
            </a:extLst>
          </p:cNvPr>
          <p:cNvCxnSpPr>
            <a:cxnSpLocks/>
          </p:cNvCxnSpPr>
          <p:nvPr/>
        </p:nvCxnSpPr>
        <p:spPr>
          <a:xfrm flipH="1">
            <a:off x="1993310" y="4014713"/>
            <a:ext cx="1376188" cy="4943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588DBB-38DE-6646-E039-9459B1592AC0}"/>
              </a:ext>
            </a:extLst>
          </p:cNvPr>
          <p:cNvCxnSpPr>
            <a:cxnSpLocks/>
          </p:cNvCxnSpPr>
          <p:nvPr/>
        </p:nvCxnSpPr>
        <p:spPr>
          <a:xfrm flipH="1" flipV="1">
            <a:off x="2093148" y="4965406"/>
            <a:ext cx="1624187" cy="5014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0AB578-3504-8A65-7789-36EE3AE2600D}"/>
              </a:ext>
            </a:extLst>
          </p:cNvPr>
          <p:cNvCxnSpPr>
            <a:cxnSpLocks/>
          </p:cNvCxnSpPr>
          <p:nvPr/>
        </p:nvCxnSpPr>
        <p:spPr>
          <a:xfrm flipH="1">
            <a:off x="2002835" y="4465766"/>
            <a:ext cx="2539569" cy="2381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7DD589E-68FC-2C40-0B8D-AB71C57F1C17}"/>
              </a:ext>
            </a:extLst>
          </p:cNvPr>
          <p:cNvCxnSpPr>
            <a:cxnSpLocks/>
          </p:cNvCxnSpPr>
          <p:nvPr/>
        </p:nvCxnSpPr>
        <p:spPr>
          <a:xfrm flipH="1">
            <a:off x="2012360" y="3862748"/>
            <a:ext cx="1858142" cy="7120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7288BB-9A27-34EC-D1E0-868A109FFD4B}"/>
              </a:ext>
            </a:extLst>
          </p:cNvPr>
          <p:cNvCxnSpPr>
            <a:cxnSpLocks/>
          </p:cNvCxnSpPr>
          <p:nvPr/>
        </p:nvCxnSpPr>
        <p:spPr>
          <a:xfrm flipH="1" flipV="1">
            <a:off x="2040586" y="4916819"/>
            <a:ext cx="2421030" cy="28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31F011-57A6-2331-A967-D38ABB96D541}"/>
              </a:ext>
            </a:extLst>
          </p:cNvPr>
          <p:cNvCxnSpPr>
            <a:cxnSpLocks/>
          </p:cNvCxnSpPr>
          <p:nvPr/>
        </p:nvCxnSpPr>
        <p:spPr>
          <a:xfrm>
            <a:off x="9731437" y="3924555"/>
            <a:ext cx="495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A0A91D-474D-6317-4C74-B9A9A602D967}"/>
              </a:ext>
            </a:extLst>
          </p:cNvPr>
          <p:cNvCxnSpPr>
            <a:cxnSpLocks/>
          </p:cNvCxnSpPr>
          <p:nvPr/>
        </p:nvCxnSpPr>
        <p:spPr>
          <a:xfrm>
            <a:off x="9731437" y="4457804"/>
            <a:ext cx="495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767D876-9D40-E1BC-54C4-5CD093E3DD88}"/>
              </a:ext>
            </a:extLst>
          </p:cNvPr>
          <p:cNvCxnSpPr>
            <a:cxnSpLocks/>
          </p:cNvCxnSpPr>
          <p:nvPr/>
        </p:nvCxnSpPr>
        <p:spPr>
          <a:xfrm>
            <a:off x="9731437" y="4976343"/>
            <a:ext cx="495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E3D03BD-71F9-7E54-69ED-1C399862997D}"/>
              </a:ext>
            </a:extLst>
          </p:cNvPr>
          <p:cNvCxnSpPr>
            <a:cxnSpLocks/>
          </p:cNvCxnSpPr>
          <p:nvPr/>
        </p:nvCxnSpPr>
        <p:spPr>
          <a:xfrm>
            <a:off x="9731437" y="5580342"/>
            <a:ext cx="4953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EFA3DD2-45EF-3625-9AAB-D60F03EA9547}"/>
              </a:ext>
            </a:extLst>
          </p:cNvPr>
          <p:cNvSpPr/>
          <p:nvPr/>
        </p:nvSpPr>
        <p:spPr>
          <a:xfrm>
            <a:off x="10241024" y="3730282"/>
            <a:ext cx="1114425" cy="350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Array1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EF600F-5CBB-79F7-B2DA-E986793CC66C}"/>
              </a:ext>
            </a:extLst>
          </p:cNvPr>
          <p:cNvSpPr/>
          <p:nvPr/>
        </p:nvSpPr>
        <p:spPr>
          <a:xfrm>
            <a:off x="10241024" y="4273508"/>
            <a:ext cx="1114425" cy="350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Array2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B10852F-A42B-FB0C-5D0B-F7D663866FDA}"/>
              </a:ext>
            </a:extLst>
          </p:cNvPr>
          <p:cNvSpPr/>
          <p:nvPr/>
        </p:nvSpPr>
        <p:spPr>
          <a:xfrm>
            <a:off x="10241024" y="4790305"/>
            <a:ext cx="1114425" cy="350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Array3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11D90F-7CED-02D4-C061-2795DE044A24}"/>
              </a:ext>
            </a:extLst>
          </p:cNvPr>
          <p:cNvSpPr/>
          <p:nvPr/>
        </p:nvSpPr>
        <p:spPr>
          <a:xfrm>
            <a:off x="10226737" y="5405241"/>
            <a:ext cx="1114425" cy="350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Array4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272F3E0-D6DF-4F73-EF30-AD79636EF51D}"/>
              </a:ext>
            </a:extLst>
          </p:cNvPr>
          <p:cNvCxnSpPr/>
          <p:nvPr/>
        </p:nvCxnSpPr>
        <p:spPr>
          <a:xfrm>
            <a:off x="5366298" y="4150775"/>
            <a:ext cx="1687645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F630145-DFBC-B580-4987-13BEC2F183FD}"/>
              </a:ext>
            </a:extLst>
          </p:cNvPr>
          <p:cNvSpPr txBox="1"/>
          <p:nvPr/>
        </p:nvSpPr>
        <p:spPr>
          <a:xfrm>
            <a:off x="5545183" y="3711168"/>
            <a:ext cx="1508760" cy="369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Structuring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EE45B15-DC12-B46A-B8A6-F7F0AA604242}"/>
              </a:ext>
            </a:extLst>
          </p:cNvPr>
          <p:cNvCxnSpPr>
            <a:cxnSpLocks/>
          </p:cNvCxnSpPr>
          <p:nvPr/>
        </p:nvCxnSpPr>
        <p:spPr>
          <a:xfrm flipH="1">
            <a:off x="5366298" y="5185359"/>
            <a:ext cx="1524000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A364BB-0812-4088-9E40-F0C4A22B09FA}"/>
              </a:ext>
            </a:extLst>
          </p:cNvPr>
          <p:cNvSpPr txBox="1"/>
          <p:nvPr/>
        </p:nvSpPr>
        <p:spPr>
          <a:xfrm>
            <a:off x="5491487" y="4786445"/>
            <a:ext cx="1508760" cy="369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Destructuring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99FAC3-9990-C60C-BE1F-E63625A334BD}"/>
              </a:ext>
            </a:extLst>
          </p:cNvPr>
          <p:cNvSpPr txBox="1"/>
          <p:nvPr/>
        </p:nvSpPr>
        <p:spPr>
          <a:xfrm>
            <a:off x="301641" y="1074394"/>
            <a:ext cx="67523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destructuring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allows you to extract elements from an array and assign them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individual variables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a single statement.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destructuring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introduced in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ECMAScript 6 (ES6)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53AC464-EEC4-FBCF-D932-794E89DD1C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084" y="247728"/>
            <a:ext cx="794050" cy="315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78175E-0A8B-6225-0D1C-25679A458C9D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29831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What is </a:t>
            </a:r>
            <a:r>
              <a:rPr lang="en-US" sz="2400" b="1" dirty="0">
                <a:solidFill>
                  <a:srgbClr val="FFFF00"/>
                </a:solidFill>
                <a:latin typeface="Calibri Light" panose="020F0302020204030204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rray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  <a:r>
              <a:rPr lang="en-US" sz="2400" b="1" dirty="0">
                <a:solidFill>
                  <a:srgbClr val="FFFF00"/>
                </a:solidFill>
                <a:latin typeface="Calibri Light" panose="020F0302020204030204"/>
                <a:ea typeface="+mn-ea"/>
                <a:cs typeface="+mn-cs"/>
              </a:rPr>
              <a:t>D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estructuring</a:t>
            </a:r>
            <a:r>
              <a:rPr lang="en-US" sz="2400" b="1" dirty="0">
                <a:solidFill>
                  <a:schemeClr val="bg1"/>
                </a:solidFill>
                <a:latin typeface="Calibri Light" panose="020F0302020204030204"/>
                <a:ea typeface="+mn-ea"/>
                <a:cs typeface="+mn-cs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alibri Light" panose="020F0302020204030204"/>
                <a:ea typeface="+mn-ea"/>
                <a:cs typeface="+mn-cs"/>
              </a:rPr>
              <a:t>i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 JS?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C3A591-F960-9AE6-F692-EABF2EF90B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2575"/>
          <a:stretch/>
        </p:blipFill>
        <p:spPr>
          <a:xfrm>
            <a:off x="562897" y="1489940"/>
            <a:ext cx="6957438" cy="9484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18D127-5B89-FB58-D933-A801BDDD7A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693" b="45882"/>
          <a:stretch/>
        </p:blipFill>
        <p:spPr>
          <a:xfrm>
            <a:off x="562897" y="2565504"/>
            <a:ext cx="6957438" cy="9484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BF72D1-A562-B004-E81E-9B9BE3D40F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387" b="1487"/>
          <a:stretch/>
        </p:blipFill>
        <p:spPr>
          <a:xfrm>
            <a:off x="562897" y="3641068"/>
            <a:ext cx="6957438" cy="15606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7A9FAB-2854-EFF0-5B4D-96289ECA7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084" y="247728"/>
            <a:ext cx="794050" cy="3159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694A7D-94E0-82AE-F578-8605E3CACB78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03829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What are </a:t>
            </a:r>
            <a:r>
              <a:rPr lang="en-US" sz="2400" b="1" dirty="0">
                <a:solidFill>
                  <a:srgbClr val="FFFF00"/>
                </a:solidFill>
                <a:latin typeface="Calibri Light" panose="020F0302020204030204"/>
                <a:ea typeface="+mn-ea"/>
                <a:cs typeface="+mn-cs"/>
              </a:rPr>
              <a:t>F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unctions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in JS? What are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types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of function?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F4F0FC-012A-A58A-1F77-401C9974125E}"/>
              </a:ext>
            </a:extLst>
          </p:cNvPr>
          <p:cNvSpPr txBox="1"/>
          <p:nvPr/>
        </p:nvSpPr>
        <p:spPr>
          <a:xfrm>
            <a:off x="518447" y="1094230"/>
            <a:ext cx="4004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 function is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reusable block of code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that performs a specific task.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75" y="246548"/>
            <a:ext cx="794050" cy="315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FBE4D4-2B3E-ED2B-7175-301DE8F22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668" y="2909661"/>
            <a:ext cx="3458058" cy="32484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FC87C1-0FCA-2ADA-999E-17DDF9E81F38}"/>
              </a:ext>
            </a:extLst>
          </p:cNvPr>
          <p:cNvSpPr txBox="1"/>
          <p:nvPr/>
        </p:nvSpPr>
        <p:spPr>
          <a:xfrm>
            <a:off x="2959513" y="1902706"/>
            <a:ext cx="2056988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keyword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301E3E-1F61-4353-6704-42C984B4E1E8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3988007" y="2470517"/>
            <a:ext cx="944967" cy="6788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B054A5-A4CD-E6E2-A3A3-2A6BD7E52960}"/>
              </a:ext>
            </a:extLst>
          </p:cNvPr>
          <p:cNvSpPr txBox="1"/>
          <p:nvPr/>
        </p:nvSpPr>
        <p:spPr>
          <a:xfrm>
            <a:off x="5203756" y="1902705"/>
            <a:ext cx="2055272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name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993499-E782-EE05-62BD-E897C34C69F3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5857807" y="2470516"/>
            <a:ext cx="373585" cy="6788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77100A-CB5E-18A0-32B2-26716D29F73D}"/>
              </a:ext>
            </a:extLst>
          </p:cNvPr>
          <p:cNvSpPr txBox="1"/>
          <p:nvPr/>
        </p:nvSpPr>
        <p:spPr>
          <a:xfrm>
            <a:off x="7715250" y="1933988"/>
            <a:ext cx="1852084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Parameters list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0B71E7-FE7D-E72D-588E-A75C1069B564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6636898" y="2501799"/>
            <a:ext cx="2004394" cy="4690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717C4E-A8A4-2878-1071-7780089990B9}"/>
              </a:ext>
            </a:extLst>
          </p:cNvPr>
          <p:cNvSpPr txBox="1"/>
          <p:nvPr/>
        </p:nvSpPr>
        <p:spPr>
          <a:xfrm>
            <a:off x="7715249" y="3656798"/>
            <a:ext cx="1867809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body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7BDA175-D8CF-E6E0-CCC4-FF675FB610BD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6880156" y="3940704"/>
            <a:ext cx="835093" cy="1851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Brace 31">
            <a:extLst>
              <a:ext uri="{FF2B5EF4-FFF2-40B4-BE49-F238E27FC236}">
                <a16:creationId xmlns:a16="http://schemas.microsoft.com/office/drawing/2014/main" id="{2275FE66-5E70-C674-F2B7-E4B083D34C0C}"/>
              </a:ext>
            </a:extLst>
          </p:cNvPr>
          <p:cNvSpPr/>
          <p:nvPr/>
        </p:nvSpPr>
        <p:spPr>
          <a:xfrm>
            <a:off x="6699113" y="3790269"/>
            <a:ext cx="133487" cy="71133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5C4551-67C6-14AF-9622-9D10F2932AF6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5857807" y="5054107"/>
            <a:ext cx="1841717" cy="5742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8D3B5A4-FE29-0EDA-A56F-8C974CA55C46}"/>
              </a:ext>
            </a:extLst>
          </p:cNvPr>
          <p:cNvSpPr txBox="1"/>
          <p:nvPr/>
        </p:nvSpPr>
        <p:spPr>
          <a:xfrm>
            <a:off x="7699524" y="4770201"/>
            <a:ext cx="1867809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call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F232A7-CF86-8961-B686-E3ED14A1E5A2}"/>
              </a:ext>
            </a:extLst>
          </p:cNvPr>
          <p:cNvCxnSpPr>
            <a:cxnSpLocks/>
            <a:stCxn id="43" idx="1"/>
            <a:endCxn id="42" idx="1"/>
          </p:cNvCxnSpPr>
          <p:nvPr/>
        </p:nvCxnSpPr>
        <p:spPr>
          <a:xfrm>
            <a:off x="6524486" y="6045785"/>
            <a:ext cx="1175038" cy="2313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511FD6A-C5C6-B1F9-7562-1CD0685A0309}"/>
              </a:ext>
            </a:extLst>
          </p:cNvPr>
          <p:cNvSpPr txBox="1"/>
          <p:nvPr/>
        </p:nvSpPr>
        <p:spPr>
          <a:xfrm>
            <a:off x="7699524" y="5993269"/>
            <a:ext cx="1867809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Argument list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D0CB45BB-1CFD-C37A-93AE-8748A33546C3}"/>
              </a:ext>
            </a:extLst>
          </p:cNvPr>
          <p:cNvSpPr/>
          <p:nvPr/>
        </p:nvSpPr>
        <p:spPr>
          <a:xfrm rot="5400000">
            <a:off x="6457743" y="5623372"/>
            <a:ext cx="133487" cy="71133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ight Brace 54">
            <a:extLst>
              <a:ext uri="{FF2B5EF4-FFF2-40B4-BE49-F238E27FC236}">
                <a16:creationId xmlns:a16="http://schemas.microsoft.com/office/drawing/2014/main" id="{AB422926-1383-4028-90C2-160122BED301}"/>
              </a:ext>
            </a:extLst>
          </p:cNvPr>
          <p:cNvSpPr/>
          <p:nvPr/>
        </p:nvSpPr>
        <p:spPr>
          <a:xfrm rot="16200000">
            <a:off x="6398509" y="2670392"/>
            <a:ext cx="133487" cy="71133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083F8-67CA-D6D5-3D76-D63A6388F2C3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86994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What are </a:t>
            </a:r>
            <a:r>
              <a:rPr lang="en-US" sz="2400" b="1" dirty="0">
                <a:solidFill>
                  <a:srgbClr val="FFFF00"/>
                </a:solidFill>
                <a:latin typeface="Calibri Light" panose="020F0302020204030204"/>
                <a:ea typeface="+mn-ea"/>
                <a:cs typeface="+mn-cs"/>
              </a:rPr>
              <a:t>F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unctions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in JS? What are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types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of function?</a:t>
            </a:r>
            <a:endParaRPr lang="en-IN" sz="2400" dirty="0">
              <a:solidFill>
                <a:schemeClr val="bg1"/>
              </a:solidFill>
            </a:endParaRP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C46F6A16-3C0D-E931-F026-35955C057D33}"/>
              </a:ext>
            </a:extLst>
          </p:cNvPr>
          <p:cNvGraphicFramePr/>
          <p:nvPr/>
        </p:nvGraphicFramePr>
        <p:xfrm>
          <a:off x="1853977" y="1269699"/>
          <a:ext cx="8484045" cy="5093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475" y="246548"/>
            <a:ext cx="794050" cy="3159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249C54-C8FB-B983-FB1E-47B4F1B5FB04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9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21087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is the difference between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named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and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anonymous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functions? </a:t>
            </a:r>
            <a:b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</a:b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    When to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use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what in applications?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5EA5CE-780F-6654-F11E-565721C0ED8E}"/>
              </a:ext>
            </a:extLst>
          </p:cNvPr>
          <p:cNvSpPr txBox="1"/>
          <p:nvPr/>
        </p:nvSpPr>
        <p:spPr>
          <a:xfrm>
            <a:off x="708495" y="1203115"/>
            <a:ext cx="4540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Named functions have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 identifier</a:t>
            </a: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5F494-BF08-B7D5-7A63-482101914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202" y="1954978"/>
            <a:ext cx="3680574" cy="28306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B0179F-C52F-E62D-6050-DCD65AB98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832" y="1954978"/>
            <a:ext cx="2957102" cy="27744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44CB8D-4E4A-564A-2FD6-B471761CD548}"/>
              </a:ext>
            </a:extLst>
          </p:cNvPr>
          <p:cNvSpPr txBox="1"/>
          <p:nvPr/>
        </p:nvSpPr>
        <p:spPr>
          <a:xfrm>
            <a:off x="6096000" y="1170147"/>
            <a:ext cx="5413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Anonymous functions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not have a name identifier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cannot be referenced directly by name.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18F08-876A-BA63-7EE1-6DDA8A1D634C}"/>
              </a:ext>
            </a:extLst>
          </p:cNvPr>
          <p:cNvSpPr txBox="1"/>
          <p:nvPr/>
        </p:nvSpPr>
        <p:spPr>
          <a:xfrm>
            <a:off x="708495" y="5168179"/>
            <a:ext cx="503721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named functions for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big and complex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logics.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when you want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reuse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one function at multiple places.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245A40-5E16-DE2F-1141-1F364741D776}"/>
              </a:ext>
            </a:extLst>
          </p:cNvPr>
          <p:cNvSpPr txBox="1"/>
          <p:nvPr/>
        </p:nvSpPr>
        <p:spPr>
          <a:xfrm>
            <a:off x="6096000" y="5168179"/>
            <a:ext cx="541313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anonymous functions for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small logics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 when want to use a function in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single place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3A216C-16DE-13C4-7AFB-82BBDA537AEC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51545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is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function expression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JS?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BF4796-95A7-268F-E259-C0A097431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63" y="2427752"/>
            <a:ext cx="4915326" cy="28196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637981-DBD9-13C5-8A0F-42AD4C754610}"/>
              </a:ext>
            </a:extLst>
          </p:cNvPr>
          <p:cNvSpPr txBox="1"/>
          <p:nvPr/>
        </p:nvSpPr>
        <p:spPr>
          <a:xfrm>
            <a:off x="336176" y="1301003"/>
            <a:ext cx="5242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 function expression is a way to define a function by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assigning it to a variable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DBB895-A0B2-AD65-B2AF-C15680E02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528" y="2427752"/>
            <a:ext cx="4366638" cy="28272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007140-B74D-FF4F-DCCC-E4355BD0A6F2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03157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are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Arrow Functions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JS? What is it use?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BBE39E-60C2-20B3-FA29-4A8B87A14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79" y="3086279"/>
            <a:ext cx="3292125" cy="30558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43F1F-3A86-3EB3-2872-CD0A75A5D7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572"/>
          <a:stretch/>
        </p:blipFill>
        <p:spPr>
          <a:xfrm>
            <a:off x="5901799" y="3086279"/>
            <a:ext cx="4938188" cy="21109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E722F0-150A-499C-E85B-E5B0C404AB95}"/>
              </a:ext>
            </a:extLst>
          </p:cNvPr>
          <p:cNvSpPr txBox="1"/>
          <p:nvPr/>
        </p:nvSpPr>
        <p:spPr>
          <a:xfrm>
            <a:off x="814108" y="1194739"/>
            <a:ext cx="44770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Arrow functions, also known as fat arrow functions, is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simpler and shorter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way for defining functions in JavaScript.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075" y="261845"/>
            <a:ext cx="794050" cy="315912"/>
          </a:xfrm>
          <a:prstGeom prst="rect">
            <a:avLst/>
          </a:prstGeom>
        </p:spPr>
      </p:pic>
      <p:pic>
        <p:nvPicPr>
          <p:cNvPr id="1026" name="Picture 2" descr="The Difference Between Regular Functions and Arrow Functions | by Ashutosh  Verma | Better Programming">
            <a:extLst>
              <a:ext uri="{FF2B5EF4-FFF2-40B4-BE49-F238E27FC236}">
                <a16:creationId xmlns:a16="http://schemas.microsoft.com/office/drawing/2014/main" id="{7F8DF19F-6765-2FA0-AA48-16C60134A9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38" t="19294" r="9133" b="23552"/>
          <a:stretch/>
        </p:blipFill>
        <p:spPr bwMode="auto">
          <a:xfrm>
            <a:off x="6880075" y="1215023"/>
            <a:ext cx="2458065" cy="768899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5C48F3-A686-3AE2-53E2-091A56A6A296}"/>
              </a:ext>
            </a:extLst>
          </p:cNvPr>
          <p:cNvSpPr txBox="1"/>
          <p:nvPr/>
        </p:nvSpPr>
        <p:spPr>
          <a:xfrm>
            <a:off x="6257023" y="2251195"/>
            <a:ext cx="1852084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Parameters list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323614-CF2C-DF0B-F9B9-32FF70C1760A}"/>
              </a:ext>
            </a:extLst>
          </p:cNvPr>
          <p:cNvCxnSpPr>
            <a:cxnSpLocks/>
          </p:cNvCxnSpPr>
          <p:nvPr/>
        </p:nvCxnSpPr>
        <p:spPr>
          <a:xfrm>
            <a:off x="7226710" y="1818968"/>
            <a:ext cx="0" cy="4424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15C30C6-E5DD-BA9C-C4B1-40BA3EB21A66}"/>
              </a:ext>
            </a:extLst>
          </p:cNvPr>
          <p:cNvSpPr txBox="1"/>
          <p:nvPr/>
        </p:nvSpPr>
        <p:spPr>
          <a:xfrm>
            <a:off x="8412098" y="2261419"/>
            <a:ext cx="1852084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body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C1E697-140F-02BE-52BF-5B0450D9807A}"/>
              </a:ext>
            </a:extLst>
          </p:cNvPr>
          <p:cNvCxnSpPr>
            <a:cxnSpLocks/>
          </p:cNvCxnSpPr>
          <p:nvPr/>
        </p:nvCxnSpPr>
        <p:spPr>
          <a:xfrm>
            <a:off x="8988495" y="1818968"/>
            <a:ext cx="0" cy="4424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496042F-CD1A-0C11-F5A6-38DE5D06A8F0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7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76770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are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Callback Functions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? What is it use? 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FA0FB-F877-91B3-ACD1-BA354A81696C}"/>
              </a:ext>
            </a:extLst>
          </p:cNvPr>
          <p:cNvSpPr txBox="1"/>
          <p:nvPr/>
        </p:nvSpPr>
        <p:spPr>
          <a:xfrm>
            <a:off x="562897" y="1200299"/>
            <a:ext cx="47174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 callback function is a function that is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passed as an argument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to another function.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1789568-C98A-DAA6-6761-B6E54950E8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04"/>
          <a:stretch/>
        </p:blipFill>
        <p:spPr>
          <a:xfrm>
            <a:off x="916989" y="2400627"/>
            <a:ext cx="2972058" cy="12040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D8A635-0842-E164-5E78-202BAA49E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10" y="3600956"/>
            <a:ext cx="2964437" cy="17146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675D8D-257E-2F1D-9A7E-0B9EB748FDD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288" b="-2985"/>
          <a:stretch/>
        </p:blipFill>
        <p:spPr>
          <a:xfrm>
            <a:off x="5828675" y="4329955"/>
            <a:ext cx="4762913" cy="5964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797B890-A372-62BE-93DD-39FE3CF3C06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7534"/>
          <a:stretch/>
        </p:blipFill>
        <p:spPr>
          <a:xfrm>
            <a:off x="5828675" y="2400629"/>
            <a:ext cx="4762913" cy="192932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F7594F3-9CCA-C186-69FA-F20427D6AF1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1222"/>
          <a:stretch/>
        </p:blipFill>
        <p:spPr>
          <a:xfrm>
            <a:off x="5828675" y="4902427"/>
            <a:ext cx="4762913" cy="1097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50114E-51C5-0C4E-CA90-9C3BFF4FFAA3}"/>
              </a:ext>
            </a:extLst>
          </p:cNvPr>
          <p:cNvSpPr txBox="1"/>
          <p:nvPr/>
        </p:nvSpPr>
        <p:spPr>
          <a:xfrm>
            <a:off x="8501502" y="1281368"/>
            <a:ext cx="2027544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Callback function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D3AB9E-BCC8-EA9C-2FD6-A0587A24D867}"/>
              </a:ext>
            </a:extLst>
          </p:cNvPr>
          <p:cNvCxnSpPr>
            <a:cxnSpLocks/>
          </p:cNvCxnSpPr>
          <p:nvPr/>
        </p:nvCxnSpPr>
        <p:spPr>
          <a:xfrm flipH="1" flipV="1">
            <a:off x="9526287" y="1849179"/>
            <a:ext cx="7678" cy="6788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53BB6D1-A68C-B975-972D-4478A6844D7B}"/>
              </a:ext>
            </a:extLst>
          </p:cNvPr>
          <p:cNvSpPr txBox="1"/>
          <p:nvPr/>
        </p:nvSpPr>
        <p:spPr>
          <a:xfrm>
            <a:off x="5517112" y="1281368"/>
            <a:ext cx="2785843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Higher-order function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70E4CF-716E-1A3B-C704-CE585C503CD4}"/>
              </a:ext>
            </a:extLst>
          </p:cNvPr>
          <p:cNvCxnSpPr>
            <a:cxnSpLocks/>
          </p:cNvCxnSpPr>
          <p:nvPr/>
        </p:nvCxnSpPr>
        <p:spPr>
          <a:xfrm flipH="1" flipV="1">
            <a:off x="7300196" y="1849179"/>
            <a:ext cx="7678" cy="6788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075" y="258124"/>
            <a:ext cx="794050" cy="315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338D11-B15B-01DE-8A20-4359B7D17DDE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9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07769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is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Higher-order function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JS?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2106F-043E-8881-09AE-39C6F2E42E28}"/>
              </a:ext>
            </a:extLst>
          </p:cNvPr>
          <p:cNvSpPr txBox="1"/>
          <p:nvPr/>
        </p:nvSpPr>
        <p:spPr>
          <a:xfrm>
            <a:off x="374130" y="982878"/>
            <a:ext cx="68176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A Higher order function: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Take one or more functions as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arguments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(callback function) OR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 function as a result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316707A-BC67-1ECE-7942-6C7739229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74" y="2513258"/>
            <a:ext cx="3795089" cy="21414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F4871D-A6F9-69F7-F259-3381BCD29C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112" b="14754"/>
          <a:stretch/>
        </p:blipFill>
        <p:spPr>
          <a:xfrm>
            <a:off x="722474" y="4654664"/>
            <a:ext cx="3795089" cy="4742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6D6E4E-E0E3-D215-B56A-E6EBD3B2794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924"/>
          <a:stretch/>
        </p:blipFill>
        <p:spPr>
          <a:xfrm>
            <a:off x="722474" y="5128894"/>
            <a:ext cx="3795089" cy="14707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A4B1B0-3964-0D89-A9D8-DE4133C093A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0026"/>
          <a:stretch/>
        </p:blipFill>
        <p:spPr>
          <a:xfrm>
            <a:off x="7272543" y="4736939"/>
            <a:ext cx="4359018" cy="487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9D84CE0-CDBD-61BC-4D6B-6C0B80826E5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7143"/>
          <a:stretch/>
        </p:blipFill>
        <p:spPr>
          <a:xfrm>
            <a:off x="7272544" y="1955399"/>
            <a:ext cx="4359018" cy="28425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8A64FD-4DE3-1D5F-2391-8D0504028B2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2937"/>
          <a:stretch/>
        </p:blipFill>
        <p:spPr>
          <a:xfrm>
            <a:off x="7272542" y="5224346"/>
            <a:ext cx="4359018" cy="140220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E8400D1-EDF6-2E97-DA34-7FF72A80AA83}"/>
              </a:ext>
            </a:extLst>
          </p:cNvPr>
          <p:cNvSpPr txBox="1"/>
          <p:nvPr/>
        </p:nvSpPr>
        <p:spPr>
          <a:xfrm>
            <a:off x="4816169" y="2576234"/>
            <a:ext cx="2027544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Callback function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F5E0F9-6C79-C5BF-7CD9-6839EAE78F80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2874677" y="2860140"/>
            <a:ext cx="1941492" cy="407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048F00D-30EF-A395-594F-82FED3037998}"/>
              </a:ext>
            </a:extLst>
          </p:cNvPr>
          <p:cNvSpPr txBox="1"/>
          <p:nvPr/>
        </p:nvSpPr>
        <p:spPr>
          <a:xfrm>
            <a:off x="4663769" y="3840707"/>
            <a:ext cx="2219850" cy="5678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square" lIns="180000" tIns="144000" rIns="180000" bIns="1440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High-order function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56B874-9CCB-0D66-18FB-374BEA2C6770}"/>
              </a:ext>
            </a:extLst>
          </p:cNvPr>
          <p:cNvCxnSpPr>
            <a:cxnSpLocks/>
          </p:cNvCxnSpPr>
          <p:nvPr/>
        </p:nvCxnSpPr>
        <p:spPr>
          <a:xfrm>
            <a:off x="2166645" y="3547080"/>
            <a:ext cx="2445825" cy="5678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BB20B0-9F34-D24B-850A-B39363683784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5773694" y="2621636"/>
            <a:ext cx="2958851" cy="12190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285FE7F-F23D-18B6-8E12-A7E4385DC2B6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9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98503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What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Pure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Impure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functions in JS?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FA0FB-F877-91B3-ACD1-BA354A81696C}"/>
              </a:ext>
            </a:extLst>
          </p:cNvPr>
          <p:cNvSpPr txBox="1"/>
          <p:nvPr/>
        </p:nvSpPr>
        <p:spPr>
          <a:xfrm>
            <a:off x="516196" y="1059420"/>
            <a:ext cx="505378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 pure function is a function that always produces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same output for the same input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Pure functions cannot modify the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Pure functions cannot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have 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side effects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2C187-596D-4AC0-816D-A9565BFDBA65}"/>
              </a:ext>
            </a:extLst>
          </p:cNvPr>
          <p:cNvSpPr txBox="1"/>
          <p:nvPr/>
        </p:nvSpPr>
        <p:spPr>
          <a:xfrm>
            <a:off x="6405719" y="1020145"/>
            <a:ext cx="521699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An impure function, can produce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different outputs for the same input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Impure functions can modify the state.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Impure functions can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have side effects.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66C314-EA3B-772C-E4E2-31302D7BCD11}"/>
              </a:ext>
            </a:extLst>
          </p:cNvPr>
          <p:cNvCxnSpPr/>
          <p:nvPr/>
        </p:nvCxnSpPr>
        <p:spPr>
          <a:xfrm>
            <a:off x="5751871" y="2074606"/>
            <a:ext cx="0" cy="3067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AE51C80-4D9C-7526-A195-F6D69EEF28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238"/>
          <a:stretch/>
        </p:blipFill>
        <p:spPr>
          <a:xfrm>
            <a:off x="1250715" y="2944008"/>
            <a:ext cx="3098885" cy="20999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A8180D-7E63-F732-F1C0-E4EA83F180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5731"/>
          <a:stretch/>
        </p:blipFill>
        <p:spPr>
          <a:xfrm>
            <a:off x="7081464" y="2805036"/>
            <a:ext cx="3436814" cy="20914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C51A98-3E85-1C58-4718-B11164E13D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2938" b="518"/>
          <a:stretch/>
        </p:blipFill>
        <p:spPr>
          <a:xfrm>
            <a:off x="1250714" y="5021832"/>
            <a:ext cx="3098885" cy="7767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C19577-5DC5-4A84-7E43-08D6BF43F4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7458" b="22387"/>
          <a:stretch/>
        </p:blipFill>
        <p:spPr>
          <a:xfrm>
            <a:off x="7081464" y="4864518"/>
            <a:ext cx="3436814" cy="7767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18A194-5C83-F143-1E31-71CC70F528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7485" b="-63"/>
          <a:stretch/>
        </p:blipFill>
        <p:spPr>
          <a:xfrm>
            <a:off x="7081464" y="5641266"/>
            <a:ext cx="3436814" cy="8701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8E79D1-D782-2324-1362-613CAC1463F0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87979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Q. What are </a:t>
            </a:r>
            <a:r>
              <a:rPr lang="en-US" sz="2400" b="1" dirty="0">
                <a:solidFill>
                  <a:srgbClr val="FFFF00"/>
                </a:solidFill>
              </a:rPr>
              <a:t>template literals </a:t>
            </a:r>
            <a:r>
              <a:rPr lang="en-US" sz="2400" b="1" dirty="0">
                <a:solidFill>
                  <a:schemeClr val="bg1"/>
                </a:solidFill>
              </a:rPr>
              <a:t>and</a:t>
            </a:r>
            <a:r>
              <a:rPr lang="en-US" sz="2400" b="1" dirty="0">
                <a:solidFill>
                  <a:srgbClr val="FFFF00"/>
                </a:solidFill>
              </a:rPr>
              <a:t> string interpolation</a:t>
            </a:r>
            <a:r>
              <a:rPr lang="en-US" sz="2400" b="1" dirty="0">
                <a:solidFill>
                  <a:schemeClr val="bg1"/>
                </a:solidFill>
              </a:rPr>
              <a:t> in strings?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5E92E-CF8C-BAAF-BE91-32C4A8DC2390}"/>
              </a:ext>
            </a:extLst>
          </p:cNvPr>
          <p:cNvSpPr txBox="1"/>
          <p:nvPr/>
        </p:nvSpPr>
        <p:spPr>
          <a:xfrm>
            <a:off x="455858" y="1157581"/>
            <a:ext cx="4741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template literal, also known as a template string, is a feature introduced in ECMAScript 2015 (ES6) for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string interpolation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multiline strings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JavaScript.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C1836E-1B13-5EAD-7560-73E3179B68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158" b="880"/>
          <a:stretch/>
        </p:blipFill>
        <p:spPr>
          <a:xfrm>
            <a:off x="5529431" y="3631003"/>
            <a:ext cx="6111963" cy="21510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9BAAE1-42FE-FB4A-AC3F-F844ED083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431" y="1255168"/>
            <a:ext cx="5960546" cy="22054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075" y="270824"/>
            <a:ext cx="794050" cy="315912"/>
          </a:xfrm>
          <a:prstGeom prst="rect">
            <a:avLst/>
          </a:prstGeom>
        </p:spPr>
      </p:pic>
      <p:pic>
        <p:nvPicPr>
          <p:cNvPr id="1026" name="Picture 2" descr="The power of Template Literals - DEV Community">
            <a:extLst>
              <a:ext uri="{FF2B5EF4-FFF2-40B4-BE49-F238E27FC236}">
                <a16:creationId xmlns:a16="http://schemas.microsoft.com/office/drawing/2014/main" id="{189A67BB-249F-5C67-85E0-6775775933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11" b="21907"/>
          <a:stretch/>
        </p:blipFill>
        <p:spPr bwMode="auto">
          <a:xfrm>
            <a:off x="702023" y="2713732"/>
            <a:ext cx="3948505" cy="968189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2D679F-3463-FCB3-BD51-DD7A6F896EFC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7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2994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What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Objects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in JS? 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270" y="258124"/>
            <a:ext cx="794050" cy="3159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44C988-CC95-B744-D816-67940BE90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364" y="1757969"/>
            <a:ext cx="6116986" cy="33420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BB9F72-0581-E1F7-E1BD-D49276E76C36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0258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What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Objects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in JS? 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F4F0FC-012A-A58A-1F77-401C9974125E}"/>
              </a:ext>
            </a:extLst>
          </p:cNvPr>
          <p:cNvSpPr txBox="1"/>
          <p:nvPr/>
        </p:nvSpPr>
        <p:spPr>
          <a:xfrm>
            <a:off x="562897" y="1028146"/>
            <a:ext cx="48143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An object is a data type that allows you to store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key-value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pairs.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525E70AC-EF26-7C18-CDFB-F468FF45C871}"/>
              </a:ext>
            </a:extLst>
          </p:cNvPr>
          <p:cNvGraphicFramePr/>
          <p:nvPr/>
        </p:nvGraphicFramePr>
        <p:xfrm>
          <a:off x="146567" y="2206334"/>
          <a:ext cx="5360231" cy="4222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40C0A35-B15B-324F-EC61-490101465FB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50878"/>
          <a:stretch/>
        </p:blipFill>
        <p:spPr>
          <a:xfrm>
            <a:off x="5923127" y="1141598"/>
            <a:ext cx="5928874" cy="26840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22307D-C191-6B4C-0763-F4648AF5916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50131" b="33436"/>
          <a:stretch/>
        </p:blipFill>
        <p:spPr>
          <a:xfrm>
            <a:off x="5923127" y="3806560"/>
            <a:ext cx="5928874" cy="8979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FE77FE-D283-4A91-C965-7BB15C80488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7574" b="17700"/>
          <a:stretch/>
        </p:blipFill>
        <p:spPr>
          <a:xfrm>
            <a:off x="5923127" y="4685385"/>
            <a:ext cx="5928874" cy="8046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020FD6-F19A-2980-3E78-12CA6084D1E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84900" b="283"/>
          <a:stretch/>
        </p:blipFill>
        <p:spPr>
          <a:xfrm>
            <a:off x="5923127" y="5470935"/>
            <a:ext cx="5928874" cy="8096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270" y="258124"/>
            <a:ext cx="794050" cy="3159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FBFB4C-4141-F5B1-5E0A-211FC12FE64C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10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89871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is the difference between an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array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and an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object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E46455C-A7F3-E129-6709-0405F7089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52" y="4375037"/>
            <a:ext cx="5403048" cy="8535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56C2C09-BE88-7A6D-AD30-BC7CDE78B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447" y="4375037"/>
            <a:ext cx="2126164" cy="2065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3FFCE5-7134-6A4B-0DBD-79A99F142F4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0147"/>
          <a:stretch/>
        </p:blipFill>
        <p:spPr>
          <a:xfrm>
            <a:off x="605842" y="1215879"/>
            <a:ext cx="11035552" cy="14520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32200A-FF81-C2CF-3D02-38287144E0D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0531" b="25092"/>
          <a:stretch/>
        </p:blipFill>
        <p:spPr>
          <a:xfrm>
            <a:off x="605842" y="2632297"/>
            <a:ext cx="11035552" cy="7100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F1C51F-D826-0DA9-F521-89A7A7A154F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5587" b="1997"/>
          <a:stretch/>
        </p:blipFill>
        <p:spPr>
          <a:xfrm>
            <a:off x="605842" y="3342302"/>
            <a:ext cx="11035552" cy="6528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9B78DE-C08B-6127-EAF6-AA6D7F03ED8D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6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931349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How do you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add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or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modify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or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delete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properties of an object?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7BC1B3-4793-23BF-0753-B22736C3C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4917"/>
          <a:stretch/>
        </p:blipFill>
        <p:spPr>
          <a:xfrm>
            <a:off x="1027801" y="1255646"/>
            <a:ext cx="5747099" cy="9714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E5E50F-7B7A-4536-3413-41C7C9AD60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676" b="56339"/>
          <a:stretch/>
        </p:blipFill>
        <p:spPr>
          <a:xfrm>
            <a:off x="1027802" y="2266862"/>
            <a:ext cx="5747098" cy="16091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041095-D724-151A-61D1-412FE576D1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877" b="39559"/>
          <a:stretch/>
        </p:blipFill>
        <p:spPr>
          <a:xfrm>
            <a:off x="1027801" y="3950076"/>
            <a:ext cx="5747100" cy="11312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35911D-11CF-80C4-16B3-6D95CC6D1C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9657" b="21253"/>
          <a:stretch/>
        </p:blipFill>
        <p:spPr>
          <a:xfrm>
            <a:off x="1027801" y="5155314"/>
            <a:ext cx="5747098" cy="12294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A32A92-3BDD-708C-CE33-9E31BC3008B4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080512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is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asynchronous programming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JS? What is its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use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471" y="258124"/>
            <a:ext cx="794050" cy="315912"/>
          </a:xfrm>
          <a:prstGeom prst="rect">
            <a:avLst/>
          </a:prstGeom>
        </p:spPr>
      </p:pic>
      <p:pic>
        <p:nvPicPr>
          <p:cNvPr id="1026" name="Picture 2" descr="Async Javascript: How to Convert a Futures API to Async/Await | Scout APM  Blog">
            <a:extLst>
              <a:ext uri="{FF2B5EF4-FFF2-40B4-BE49-F238E27FC236}">
                <a16:creationId xmlns:a16="http://schemas.microsoft.com/office/drawing/2014/main" id="{4911CC33-DBED-CE72-6051-B7914FB27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45"/>
          <a:stretch/>
        </p:blipFill>
        <p:spPr bwMode="auto">
          <a:xfrm>
            <a:off x="562897" y="1495927"/>
            <a:ext cx="5634791" cy="4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sync Javascript: How to Convert a Futures API to Async/Await | Scout APM  Blog">
            <a:extLst>
              <a:ext uri="{FF2B5EF4-FFF2-40B4-BE49-F238E27FC236}">
                <a16:creationId xmlns:a16="http://schemas.microsoft.com/office/drawing/2014/main" id="{1EB6ECC7-CDD1-AC59-8FCF-973671C997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695" r="86"/>
          <a:stretch/>
        </p:blipFill>
        <p:spPr bwMode="auto">
          <a:xfrm>
            <a:off x="6319713" y="1495927"/>
            <a:ext cx="3625516" cy="48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DA7C1B-0DB0-8991-89BE-95E684BB79AB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11869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is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asynchronous programming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JS? What is its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use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3E8527-C5D8-3431-808B-3506709915BC}"/>
              </a:ext>
            </a:extLst>
          </p:cNvPr>
          <p:cNvSpPr txBox="1"/>
          <p:nvPr/>
        </p:nvSpPr>
        <p:spPr>
          <a:xfrm>
            <a:off x="378498" y="1092105"/>
            <a:ext cx="55742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Asynchronous programming allows multiple tasks or operations to be initiated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executed concurrently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öhne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Asynchronous operations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do not block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 the execution of the code.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97CA620F-6AC2-086D-E0BF-E9E4A379EFAA}"/>
              </a:ext>
            </a:extLst>
          </p:cNvPr>
          <p:cNvGraphicFramePr/>
          <p:nvPr/>
        </p:nvGraphicFramePr>
        <p:xfrm>
          <a:off x="774674" y="2299917"/>
          <a:ext cx="4617939" cy="4534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3DD6EED-1D96-3A5E-EC47-58C17317EA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471" y="258124"/>
            <a:ext cx="794050" cy="315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0286B4-90D8-5FBD-F3F5-B6BB528B452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59621"/>
          <a:stretch/>
        </p:blipFill>
        <p:spPr>
          <a:xfrm>
            <a:off x="7014982" y="1090284"/>
            <a:ext cx="3823077" cy="20539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24B52B-E288-4F07-666F-534C1808B3A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40220" b="175"/>
          <a:stretch/>
        </p:blipFill>
        <p:spPr>
          <a:xfrm>
            <a:off x="7014982" y="3050971"/>
            <a:ext cx="3823077" cy="30319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5177D2-51C7-F4EE-5539-118886566511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10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81219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is the difference between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synchronous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and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asynchronous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programming?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DC7156-8EDE-5441-0DAC-9A6933EE90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5128"/>
          <a:stretch/>
        </p:blipFill>
        <p:spPr>
          <a:xfrm>
            <a:off x="1047444" y="1090284"/>
            <a:ext cx="9546506" cy="19032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E41DE0-0C22-077A-C89C-28B0263044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4073" b="47178"/>
          <a:stretch/>
        </p:blipFill>
        <p:spPr>
          <a:xfrm>
            <a:off x="1047444" y="2982686"/>
            <a:ext cx="9546506" cy="10232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F5C47B-AB12-1E97-AD4C-40BF20FDCD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025" b="30822"/>
          <a:stretch/>
        </p:blipFill>
        <p:spPr>
          <a:xfrm>
            <a:off x="1047444" y="3963705"/>
            <a:ext cx="9546506" cy="9361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FCC284-3509-00B8-4BC9-D83C5B5377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687" b="15066"/>
          <a:stretch/>
        </p:blipFill>
        <p:spPr>
          <a:xfrm>
            <a:off x="1047444" y="4894436"/>
            <a:ext cx="9546506" cy="832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386707-D89A-0229-0CC9-C267A25890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445" b="-2088"/>
          <a:stretch/>
        </p:blipFill>
        <p:spPr>
          <a:xfrm>
            <a:off x="1047444" y="5691517"/>
            <a:ext cx="9546506" cy="908359"/>
          </a:xfrm>
          <a:prstGeom prst="rect">
            <a:avLst/>
          </a:prstGeom>
        </p:spPr>
      </p:pic>
      <p:pic>
        <p:nvPicPr>
          <p:cNvPr id="16" name="Graphic 15" descr="Trophy with solid fill">
            <a:extLst>
              <a:ext uri="{FF2B5EF4-FFF2-40B4-BE49-F238E27FC236}">
                <a16:creationId xmlns:a16="http://schemas.microsoft.com/office/drawing/2014/main" id="{E3A73748-CEC0-3BBE-680A-1B737CA2A2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1692" y="3211286"/>
            <a:ext cx="555171" cy="555171"/>
          </a:xfrm>
          <a:prstGeom prst="rect">
            <a:avLst/>
          </a:prstGeom>
        </p:spPr>
      </p:pic>
      <p:pic>
        <p:nvPicPr>
          <p:cNvPr id="17" name="Graphic 16" descr="Trophy with solid fill">
            <a:extLst>
              <a:ext uri="{FF2B5EF4-FFF2-40B4-BE49-F238E27FC236}">
                <a16:creationId xmlns:a16="http://schemas.microsoft.com/office/drawing/2014/main" id="{18E1B129-A7FD-1279-CB47-54614F7762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6250" y="4147257"/>
            <a:ext cx="555171" cy="555171"/>
          </a:xfrm>
          <a:prstGeom prst="rect">
            <a:avLst/>
          </a:prstGeom>
        </p:spPr>
      </p:pic>
      <p:pic>
        <p:nvPicPr>
          <p:cNvPr id="19" name="Graphic 18" descr="Gears with solid fill">
            <a:extLst>
              <a:ext uri="{FF2B5EF4-FFF2-40B4-BE49-F238E27FC236}">
                <a16:creationId xmlns:a16="http://schemas.microsoft.com/office/drawing/2014/main" id="{721738DF-34E6-7CCC-BB65-EC612BF4A4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17772" y="5788371"/>
            <a:ext cx="683650" cy="683650"/>
          </a:xfrm>
          <a:prstGeom prst="rect">
            <a:avLst/>
          </a:prstGeom>
        </p:spPr>
      </p:pic>
      <p:pic>
        <p:nvPicPr>
          <p:cNvPr id="20" name="Graphic 19" descr="Trophy with solid fill">
            <a:extLst>
              <a:ext uri="{FF2B5EF4-FFF2-40B4-BE49-F238E27FC236}">
                <a16:creationId xmlns:a16="http://schemas.microsoft.com/office/drawing/2014/main" id="{620FED42-189C-489C-085D-423220F8BB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6250" y="4976076"/>
            <a:ext cx="555171" cy="5551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7849F9-96D1-80F5-BE00-081E10C53E93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8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28272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are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Promises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JavaScript?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FA0FB-F877-91B3-ACD1-BA354A81696C}"/>
              </a:ext>
            </a:extLst>
          </p:cNvPr>
          <p:cNvSpPr txBox="1"/>
          <p:nvPr/>
        </p:nvSpPr>
        <p:spPr>
          <a:xfrm>
            <a:off x="528319" y="1307502"/>
            <a:ext cx="572700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Important points about promises: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Promises in JavaScript are a way to handle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asynchronous operations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Promise can be in one of three states: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pending, resolved, or rejected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promise represents a value that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 not be available yet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but will be available at some point in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335A0-C034-17B0-4AD9-616A569D2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144" y="217278"/>
            <a:ext cx="906727" cy="360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2F59A5-D302-0158-9DA4-3FD96738D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97" y="4656741"/>
            <a:ext cx="8373285" cy="1731054"/>
          </a:xfrm>
          <a:prstGeom prst="rect">
            <a:avLst/>
          </a:prstGeom>
        </p:spPr>
      </p:pic>
      <p:pic>
        <p:nvPicPr>
          <p:cNvPr id="1028" name="Picture 4" descr="JS illustrated: Promises - DEV Community">
            <a:extLst>
              <a:ext uri="{FF2B5EF4-FFF2-40B4-BE49-F238E27FC236}">
                <a16:creationId xmlns:a16="http://schemas.microsoft.com/office/drawing/2014/main" id="{EEBFDD81-E49D-40F7-D380-3A60282EDF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16" t="18020" r="4527" b="18621"/>
          <a:stretch/>
        </p:blipFill>
        <p:spPr bwMode="auto">
          <a:xfrm>
            <a:off x="7171890" y="1311913"/>
            <a:ext cx="4491790" cy="253465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1F42B8-9466-5DD2-557C-F3B366215B25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6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36992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How to implement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</a:t>
            </a:r>
            <a:r>
              <a:rPr lang="en-US" sz="2400" b="1" dirty="0" err="1">
                <a:solidFill>
                  <a:srgbClr val="FFFF00"/>
                </a:solidFill>
                <a:ea typeface="+mn-ea"/>
                <a:cs typeface="+mn-cs"/>
              </a:rPr>
              <a:t>romises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JavaScript?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2050" name="Picture 2" descr="JavaScript Promise Tutorial: Resolve, Reject, and Chaining in JS and ES6">
            <a:extLst>
              <a:ext uri="{FF2B5EF4-FFF2-40B4-BE49-F238E27FC236}">
                <a16:creationId xmlns:a16="http://schemas.microsoft.com/office/drawing/2014/main" id="{7AC3080F-8039-1BB3-B696-F6992DA18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27"/>
          <a:stretch/>
        </p:blipFill>
        <p:spPr bwMode="auto">
          <a:xfrm>
            <a:off x="2875712" y="1435854"/>
            <a:ext cx="5166851" cy="5015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37317-16D4-9C1A-D659-D3097DDB0176}"/>
              </a:ext>
            </a:extLst>
          </p:cNvPr>
          <p:cNvSpPr txBox="1"/>
          <p:nvPr/>
        </p:nvSpPr>
        <p:spPr>
          <a:xfrm rot="20156185">
            <a:off x="4816822" y="2748887"/>
            <a:ext cx="1675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resolve()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E7AC4-3C72-A81D-952C-FECAF5F442B6}"/>
              </a:ext>
            </a:extLst>
          </p:cNvPr>
          <p:cNvSpPr txBox="1"/>
          <p:nvPr/>
        </p:nvSpPr>
        <p:spPr>
          <a:xfrm rot="1467826">
            <a:off x="4728148" y="4473451"/>
            <a:ext cx="16752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öhne"/>
                <a:ea typeface="+mn-ea"/>
                <a:cs typeface="+mn-cs"/>
              </a:rPr>
              <a:t>reject()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0BDE81-2F27-6C3C-D963-CEF9E7FE1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144" y="237342"/>
            <a:ext cx="906727" cy="360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358E61-4F35-7023-058A-A7B712142C58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04262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How to implement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</a:t>
            </a:r>
            <a:r>
              <a:rPr lang="en-US" sz="2400" b="1" dirty="0" err="1">
                <a:solidFill>
                  <a:srgbClr val="FFFF00"/>
                </a:solidFill>
                <a:ea typeface="+mn-ea"/>
                <a:cs typeface="+mn-cs"/>
              </a:rPr>
              <a:t>romises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JavaScript?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96D296-C830-5141-242C-8405C9D549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594"/>
          <a:stretch/>
        </p:blipFill>
        <p:spPr>
          <a:xfrm>
            <a:off x="323412" y="1193215"/>
            <a:ext cx="6839389" cy="8152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DDAE24-B2EC-9229-CBBF-6E52E003A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26" y="2008509"/>
            <a:ext cx="6839389" cy="42149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AF7919-60FA-15EA-3834-418DB380EBF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6003"/>
          <a:stretch/>
        </p:blipFill>
        <p:spPr>
          <a:xfrm>
            <a:off x="454040" y="2684494"/>
            <a:ext cx="6706475" cy="744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7D6D8B-0CC8-035D-2819-754074063E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5529" b="35489"/>
          <a:stretch/>
        </p:blipFill>
        <p:spPr>
          <a:xfrm>
            <a:off x="455184" y="3342161"/>
            <a:ext cx="6706475" cy="12094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E8E002-3792-1F77-E9BE-487C5075990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3809" b="-605"/>
          <a:stretch/>
        </p:blipFill>
        <p:spPr>
          <a:xfrm>
            <a:off x="455180" y="4573381"/>
            <a:ext cx="6706475" cy="11416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ADB0A45-29D0-D116-B629-E413351B0BA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996"/>
          <a:stretch/>
        </p:blipFill>
        <p:spPr>
          <a:xfrm>
            <a:off x="7807305" y="1193215"/>
            <a:ext cx="3963312" cy="17585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6728B0-17BE-3272-D60B-A99A6A4E38B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2625"/>
          <a:stretch/>
        </p:blipFill>
        <p:spPr>
          <a:xfrm>
            <a:off x="7805019" y="2951804"/>
            <a:ext cx="3965598" cy="161975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CC6186C-62E9-BA28-1354-554C7EA86B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3875" y="4571557"/>
            <a:ext cx="3966742" cy="8660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6A3697-D179-504D-6150-E489717FD0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144" y="237342"/>
            <a:ext cx="906727" cy="360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A6C5B3-4A03-756C-2854-F9C2CE384A51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10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83232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3CBCFA1-CE8B-23DB-4435-E3AFF7518B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768"/>
          <a:stretch/>
        </p:blipFill>
        <p:spPr>
          <a:xfrm>
            <a:off x="5438125" y="988640"/>
            <a:ext cx="6600493" cy="24089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2F861A7-8908-1B98-1432-C630665F778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390" b="304"/>
          <a:stretch/>
        </p:blipFill>
        <p:spPr>
          <a:xfrm>
            <a:off x="5438125" y="3488483"/>
            <a:ext cx="6600493" cy="32897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Explain the use of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async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and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await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keywords in JS?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5EDB8A-86B9-90DA-5D5E-E4F614DA8DE0}"/>
              </a:ext>
            </a:extLst>
          </p:cNvPr>
          <p:cNvSpPr txBox="1"/>
          <p:nvPr/>
        </p:nvSpPr>
        <p:spPr>
          <a:xfrm>
            <a:off x="300684" y="1038976"/>
            <a:ext cx="48909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async keyword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used to define a function as 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asynchronous function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which means the code inside async function will not block the execution other code.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await keyword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used within an async function to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pause the execution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the function until a Promise is resolved or rejected.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24CE15-3EA7-0FDC-5616-976EF7670859}"/>
              </a:ext>
            </a:extLst>
          </p:cNvPr>
          <p:cNvSpPr/>
          <p:nvPr/>
        </p:nvSpPr>
        <p:spPr>
          <a:xfrm>
            <a:off x="5574087" y="3568542"/>
            <a:ext cx="667478" cy="2680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DCD60F-F232-ACA8-2A7A-E47477D4747B}"/>
              </a:ext>
            </a:extLst>
          </p:cNvPr>
          <p:cNvSpPr/>
          <p:nvPr/>
        </p:nvSpPr>
        <p:spPr>
          <a:xfrm>
            <a:off x="5788048" y="5254898"/>
            <a:ext cx="667478" cy="26805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D1CB3AF-4E0B-B86A-D175-1A138B4E9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039" y="4539648"/>
            <a:ext cx="3126204" cy="19666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13E9905-C185-25EA-2F8C-1A0662D484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000" y="235710"/>
            <a:ext cx="906727" cy="360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8993D6-E089-D940-278A-FCD3DA5D78A6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6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7711699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are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Classes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in JS?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2B7A5-5E71-CD01-078F-FA51B1CE3B24}"/>
              </a:ext>
            </a:extLst>
          </p:cNvPr>
          <p:cNvSpPr txBox="1"/>
          <p:nvPr/>
        </p:nvSpPr>
        <p:spPr>
          <a:xfrm>
            <a:off x="412376" y="1376082"/>
            <a:ext cx="49074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Classes serve as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blueprints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creating objects and define their structure and behavior.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4102F8-AB40-A93C-F920-409796194B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478"/>
          <a:stretch/>
        </p:blipFill>
        <p:spPr>
          <a:xfrm>
            <a:off x="5735382" y="895050"/>
            <a:ext cx="6044242" cy="32043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6ED363-4DB6-FFED-DD5B-9C237246D0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418" b="22253"/>
          <a:stretch/>
        </p:blipFill>
        <p:spPr>
          <a:xfrm>
            <a:off x="5735382" y="4165103"/>
            <a:ext cx="6044242" cy="11732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ACFA78-ADD7-FFDA-9441-60CE8E7442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9110" b="561"/>
          <a:stretch/>
        </p:blipFill>
        <p:spPr>
          <a:xfrm>
            <a:off x="5735382" y="5390208"/>
            <a:ext cx="6044242" cy="11732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1B8522-67FA-A147-6498-1230382A09BC}"/>
              </a:ext>
            </a:extLst>
          </p:cNvPr>
          <p:cNvSpPr txBox="1"/>
          <p:nvPr/>
        </p:nvSpPr>
        <p:spPr>
          <a:xfrm>
            <a:off x="412376" y="2684582"/>
            <a:ext cx="45823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Advantages of classes: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 Creation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Encapsulation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Inheritance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Code Reusability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Polymorphism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Abstraction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A70B1-5D55-03DE-0C1A-269B8696B589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999395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is a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constructor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2B7A5-5E71-CD01-078F-FA51B1CE3B24}"/>
              </a:ext>
            </a:extLst>
          </p:cNvPr>
          <p:cNvSpPr txBox="1"/>
          <p:nvPr/>
        </p:nvSpPr>
        <p:spPr>
          <a:xfrm>
            <a:off x="562897" y="1205755"/>
            <a:ext cx="46914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Constructors are special methods within classes that are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automatically called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an object is created of the class using the new keyword. 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AC4D40-3CA9-989D-5545-02315EFC63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478"/>
          <a:stretch/>
        </p:blipFill>
        <p:spPr>
          <a:xfrm>
            <a:off x="5723091" y="1205755"/>
            <a:ext cx="5906012" cy="31310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4D169E-48C9-E6C3-0A74-1F43CA58A9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7418" b="22253"/>
          <a:stretch/>
        </p:blipFill>
        <p:spPr>
          <a:xfrm>
            <a:off x="5723091" y="4336795"/>
            <a:ext cx="5906012" cy="11464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937534-4344-6305-5BEF-D009053C232A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85800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4E63AC-A85A-C7F9-95AA-FA6D3FEE8AE9}"/>
              </a:ext>
            </a:extLst>
          </p:cNvPr>
          <p:cNvSpPr/>
          <p:nvPr/>
        </p:nvSpPr>
        <p:spPr>
          <a:xfrm>
            <a:off x="0" y="-11574"/>
            <a:ext cx="12192000" cy="83215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3103D-4276-3B68-FE5C-BFC5559D0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7" y="258124"/>
            <a:ext cx="10515600" cy="315912"/>
          </a:xfrm>
        </p:spPr>
        <p:txBody>
          <a:bodyPr>
            <a:noAutofit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Q. 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What is the use of </a:t>
            </a:r>
            <a:r>
              <a:rPr lang="en-US" sz="2400" b="1" dirty="0">
                <a:solidFill>
                  <a:srgbClr val="FFFF00"/>
                </a:solidFill>
                <a:ea typeface="+mn-ea"/>
                <a:cs typeface="+mn-cs"/>
              </a:rPr>
              <a:t>this</a:t>
            </a:r>
            <a:r>
              <a:rPr lang="en-US" sz="2400" b="1" dirty="0">
                <a:solidFill>
                  <a:schemeClr val="bg1"/>
                </a:solidFill>
                <a:ea typeface="+mn-ea"/>
                <a:cs typeface="+mn-cs"/>
              </a:rPr>
              <a:t> keyword?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A2B7A5-5E71-CD01-078F-FA51B1CE3B24}"/>
              </a:ext>
            </a:extLst>
          </p:cNvPr>
          <p:cNvSpPr txBox="1"/>
          <p:nvPr/>
        </p:nvSpPr>
        <p:spPr>
          <a:xfrm>
            <a:off x="562897" y="1205755"/>
            <a:ext cx="4992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keyword provides a way to access the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current object or class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B61490-DAAA-E58E-EDA6-EA1D034561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9251" r="-3296"/>
          <a:stretch/>
        </p:blipFill>
        <p:spPr>
          <a:xfrm>
            <a:off x="5968734" y="2237256"/>
            <a:ext cx="4298052" cy="16666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29B67B-F670-4DCF-82CB-EE190F85C6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76" y="2237256"/>
            <a:ext cx="4298052" cy="37341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0A8C27-E974-9A3B-DE16-EADE199CA6AB}"/>
              </a:ext>
            </a:extLst>
          </p:cNvPr>
          <p:cNvSpPr txBox="1"/>
          <p:nvPr/>
        </p:nvSpPr>
        <p:spPr>
          <a:xfrm>
            <a:off x="10405730" y="6500718"/>
            <a:ext cx="1786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5" action="ppaction://hlinksldjump"/>
              </a:rPr>
              <a:t>back to chapter index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66757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A close-up of a network&#10;&#10;Description automatically generated">
            <a:extLst>
              <a:ext uri="{FF2B5EF4-FFF2-40B4-BE49-F238E27FC236}">
                <a16:creationId xmlns:a16="http://schemas.microsoft.com/office/drawing/2014/main" id="{D96691D2-C06F-9DAD-D21D-BB577BAEBE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6989" b="2649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A2A02B-3D4B-E2C6-87FF-145A0325A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IN" sz="5600" dirty="0">
                <a:solidFill>
                  <a:srgbClr val="FFFFFF"/>
                </a:solidFill>
              </a:rPr>
              <a:t>All the best for your projects</a:t>
            </a:r>
            <a:br>
              <a:rPr lang="en-IN" sz="5600" dirty="0">
                <a:solidFill>
                  <a:srgbClr val="FFFFFF"/>
                </a:solidFill>
              </a:rPr>
            </a:br>
            <a:br>
              <a:rPr lang="en-IN" sz="5600" dirty="0">
                <a:solidFill>
                  <a:srgbClr val="FFFFFF"/>
                </a:solidFill>
              </a:rPr>
            </a:br>
            <a:r>
              <a:rPr lang="en-IN" sz="5600" dirty="0">
                <a:solidFill>
                  <a:srgbClr val="FFFF00"/>
                </a:solidFill>
              </a:rPr>
              <a:t>Never ever give 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EF8739-223D-24D6-27CC-E091A29FFF50}"/>
              </a:ext>
            </a:extLst>
          </p:cNvPr>
          <p:cNvSpPr/>
          <p:nvPr/>
        </p:nvSpPr>
        <p:spPr>
          <a:xfrm>
            <a:off x="1848121" y="4410612"/>
            <a:ext cx="80180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FEDF TEAM KLH </a:t>
            </a:r>
            <a:r>
              <a:rPr lang="en-US" sz="54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Bachupally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91199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3529</Words>
  <Application>Microsoft Office PowerPoint</Application>
  <PresentationFormat>Widescreen</PresentationFormat>
  <Paragraphs>584</Paragraphs>
  <Slides>39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Consolas</vt:lpstr>
      <vt:lpstr>Söhne</vt:lpstr>
      <vt:lpstr>Wingdings</vt:lpstr>
      <vt:lpstr>Office Theme</vt:lpstr>
      <vt:lpstr>PowerPoint Presentation</vt:lpstr>
      <vt:lpstr>JavaScript Essentials </vt:lpstr>
      <vt:lpstr>JavaScript Essentials </vt:lpstr>
      <vt:lpstr>Q. What are variables? What is the difference between var, let, and const ?</vt:lpstr>
      <vt:lpstr>Q. What are variables? What is the difference between var, let, and const ?</vt:lpstr>
      <vt:lpstr>Q. What are the types of conditions statements in JS?</vt:lpstr>
      <vt:lpstr>Q. What are the types of conditions statements in JS?</vt:lpstr>
      <vt:lpstr>Q. What is Error Handling in JS?</vt:lpstr>
      <vt:lpstr>Q. What is the difference between Spread and Rest operator in JS?</vt:lpstr>
      <vt:lpstr>Q. What is the difference between Spread and Rest operator in JS?</vt:lpstr>
      <vt:lpstr>Q. What are Arrays in JS? How to get, add &amp; remove elements from arrays?</vt:lpstr>
      <vt:lpstr>Q. What are Arrays in JS? How to get, add &amp; remove elements from arrays?</vt:lpstr>
      <vt:lpstr>Q. What are Arrays in JS? How to get, add &amp; remove elements from arrays?</vt:lpstr>
      <vt:lpstr>Q. What is Array Destructuring in JS?</vt:lpstr>
      <vt:lpstr>Q. What is Array Destructuring in JS?</vt:lpstr>
      <vt:lpstr>Q. What are Functions in JS? What are the types of function?</vt:lpstr>
      <vt:lpstr>Q. What are Functions in JS? What are the types of function?</vt:lpstr>
      <vt:lpstr>Q. What is the difference between named and anonymous functions?       When to use what in applications?</vt:lpstr>
      <vt:lpstr>Q. What is function expression in JS?</vt:lpstr>
      <vt:lpstr>Q. What are Arrow Functions in JS? What is it use?</vt:lpstr>
      <vt:lpstr>Q. What are Callback Functions? What is it use? </vt:lpstr>
      <vt:lpstr>Q. What is Higher-order function In JS?</vt:lpstr>
      <vt:lpstr>Q. What are Pure and Impure functions in JS?</vt:lpstr>
      <vt:lpstr>Q. What are template literals and string interpolation in strings?</vt:lpstr>
      <vt:lpstr>Q. What are Objects in JS? </vt:lpstr>
      <vt:lpstr>Q. What are Objects in JS? </vt:lpstr>
      <vt:lpstr>Q. What is the difference between an array and an object?</vt:lpstr>
      <vt:lpstr>Q. How do you add or modify or delete properties of an object?</vt:lpstr>
      <vt:lpstr>Q. What is asynchronous programming in JS? What is its use?</vt:lpstr>
      <vt:lpstr>Q. What is asynchronous programming in JS? What is its use?</vt:lpstr>
      <vt:lpstr>Q. What is the difference between synchronous and asynchronous programming?</vt:lpstr>
      <vt:lpstr>Q. What are Promises in JavaScript?</vt:lpstr>
      <vt:lpstr>Q. How to implement Promises in JavaScript?</vt:lpstr>
      <vt:lpstr>Q. How to implement Promises in JavaScript?</vt:lpstr>
      <vt:lpstr>Q. Explain the use of async and await keywords in JS?</vt:lpstr>
      <vt:lpstr>Q. What are Classes in JS?</vt:lpstr>
      <vt:lpstr>Q. What is a constructor?</vt:lpstr>
      <vt:lpstr>Q. What is the use of this keyword?</vt:lpstr>
      <vt:lpstr>All the best for your projects  Never ever give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1: React-Basics - I</dc:title>
  <dc:creator>Anaya Rawat</dc:creator>
  <cp:lastModifiedBy>7518</cp:lastModifiedBy>
  <cp:revision>129</cp:revision>
  <dcterms:created xsi:type="dcterms:W3CDTF">2023-12-27T06:04:52Z</dcterms:created>
  <dcterms:modified xsi:type="dcterms:W3CDTF">2025-08-04T05:45:35Z</dcterms:modified>
</cp:coreProperties>
</file>